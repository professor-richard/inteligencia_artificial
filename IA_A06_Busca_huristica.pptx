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8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5" r:id="rId17"/>
    <p:sldId id="276" r:id="rId18"/>
    <p:sldId id="277" r:id="rId19"/>
    <p:sldId id="272" r:id="rId20"/>
    <p:sldId id="273" r:id="rId21"/>
    <p:sldId id="278" r:id="rId22"/>
    <p:sldId id="279" r:id="rId23"/>
    <p:sldId id="280" r:id="rId24"/>
    <p:sldId id="281" r:id="rId25"/>
    <p:sldId id="282" r:id="rId26"/>
    <p:sldId id="283" r:id="rId27"/>
    <p:sldId id="274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325" r:id="rId37"/>
    <p:sldId id="326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9" r:id="rId55"/>
    <p:sldId id="308" r:id="rId56"/>
    <p:sldId id="310" r:id="rId57"/>
    <p:sldId id="311" r:id="rId58"/>
    <p:sldId id="318" r:id="rId59"/>
    <p:sldId id="327" r:id="rId60"/>
    <p:sldId id="328" r:id="rId61"/>
    <p:sldId id="329" r:id="rId62"/>
    <p:sldId id="330" r:id="rId63"/>
    <p:sldId id="331" r:id="rId64"/>
    <p:sldId id="312" r:id="rId65"/>
    <p:sldId id="313" r:id="rId66"/>
    <p:sldId id="314" r:id="rId67"/>
    <p:sldId id="315" r:id="rId68"/>
    <p:sldId id="316" r:id="rId69"/>
    <p:sldId id="319" r:id="rId70"/>
    <p:sldId id="317" r:id="rId71"/>
    <p:sldId id="320" r:id="rId72"/>
    <p:sldId id="321" r:id="rId73"/>
    <p:sldId id="322" r:id="rId74"/>
    <p:sldId id="323" r:id="rId75"/>
    <p:sldId id="324" r:id="rId76"/>
    <p:sldId id="257" r:id="rId7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50"/>
    <a:srgbClr val="FF5050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58" autoAdjust="0"/>
    <p:restoredTop sz="94660"/>
  </p:normalViewPr>
  <p:slideViewPr>
    <p:cSldViewPr snapToGrid="0">
      <p:cViewPr varScale="1">
        <p:scale>
          <a:sx n="82" d="100"/>
          <a:sy n="82" d="100"/>
        </p:scale>
        <p:origin x="108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46AEC5-AF7F-49C0-8850-9F304151BD6D}" type="doc">
      <dgm:prSet loTypeId="urn:microsoft.com/office/officeart/2005/8/layout/cycle8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pt-BR"/>
        </a:p>
      </dgm:t>
    </dgm:pt>
    <dgm:pt modelId="{8DC9CE65-D487-49D9-B0D2-AEC095F6107B}">
      <dgm:prSet/>
      <dgm:spPr/>
      <dgm:t>
        <a:bodyPr/>
        <a:lstStyle/>
        <a:p>
          <a:r>
            <a:rPr lang="pt-BR"/>
            <a:t>A estratégia usada define a ordem em que os nós são expandidos, ou seja, retirados da fronteira</a:t>
          </a:r>
        </a:p>
      </dgm:t>
    </dgm:pt>
    <dgm:pt modelId="{2D9BB94F-B5C1-4758-AC1E-109241CDC142}" type="parTrans" cxnId="{6EDD58FC-37D4-4818-B346-E5449FF056A6}">
      <dgm:prSet/>
      <dgm:spPr/>
      <dgm:t>
        <a:bodyPr/>
        <a:lstStyle/>
        <a:p>
          <a:endParaRPr lang="pt-BR"/>
        </a:p>
      </dgm:t>
    </dgm:pt>
    <dgm:pt modelId="{37E3BEBA-E7CD-4191-A953-20629F4A2F99}" type="sibTrans" cxnId="{6EDD58FC-37D4-4818-B346-E5449FF056A6}">
      <dgm:prSet/>
      <dgm:spPr/>
      <dgm:t>
        <a:bodyPr/>
        <a:lstStyle/>
        <a:p>
          <a:endParaRPr lang="pt-BR"/>
        </a:p>
      </dgm:t>
    </dgm:pt>
    <dgm:pt modelId="{8FB6F1C3-CB6E-47A5-9B75-9660ED2360B6}" type="pres">
      <dgm:prSet presAssocID="{E146AEC5-AF7F-49C0-8850-9F304151BD6D}" presName="compositeShape" presStyleCnt="0">
        <dgm:presLayoutVars>
          <dgm:chMax val="7"/>
          <dgm:dir/>
          <dgm:resizeHandles val="exact"/>
        </dgm:presLayoutVars>
      </dgm:prSet>
      <dgm:spPr/>
    </dgm:pt>
    <dgm:pt modelId="{F3D8C230-0448-4B8A-BCDD-221B1A491455}" type="pres">
      <dgm:prSet presAssocID="{E146AEC5-AF7F-49C0-8850-9F304151BD6D}" presName="wedge1" presStyleLbl="node1" presStyleIdx="0" presStyleCnt="1"/>
      <dgm:spPr/>
    </dgm:pt>
    <dgm:pt modelId="{66F57B6D-0985-44F9-B3F2-FF01AD63442E}" type="pres">
      <dgm:prSet presAssocID="{E146AEC5-AF7F-49C0-8850-9F304151BD6D}" presName="dummy1a" presStyleCnt="0"/>
      <dgm:spPr/>
    </dgm:pt>
    <dgm:pt modelId="{44AEDAA5-DF26-4ACE-AFE3-EE23BEB25F62}" type="pres">
      <dgm:prSet presAssocID="{E146AEC5-AF7F-49C0-8850-9F304151BD6D}" presName="dummy1b" presStyleCnt="0"/>
      <dgm:spPr/>
    </dgm:pt>
    <dgm:pt modelId="{EF56F505-4793-4986-812F-70C279761FBF}" type="pres">
      <dgm:prSet presAssocID="{E146AEC5-AF7F-49C0-8850-9F304151BD6D}" presName="wedge1Tx" presStyleLbl="node1" presStyleIdx="0" presStyleCnt="1">
        <dgm:presLayoutVars>
          <dgm:chMax val="0"/>
          <dgm:chPref val="0"/>
          <dgm:bulletEnabled val="1"/>
        </dgm:presLayoutVars>
      </dgm:prSet>
      <dgm:spPr/>
    </dgm:pt>
    <dgm:pt modelId="{86A2F23A-C7AE-439D-A2E4-EED4D07ED39F}" type="pres">
      <dgm:prSet presAssocID="{37E3BEBA-E7CD-4191-A953-20629F4A2F99}" presName="arrowWedge1single" presStyleLbl="fgSibTrans2D1" presStyleIdx="0" presStyleCnt="1"/>
      <dgm:spPr/>
    </dgm:pt>
  </dgm:ptLst>
  <dgm:cxnLst>
    <dgm:cxn modelId="{50316537-E767-4C60-9D86-475FAF4AB530}" type="presOf" srcId="{E146AEC5-AF7F-49C0-8850-9F304151BD6D}" destId="{8FB6F1C3-CB6E-47A5-9B75-9660ED2360B6}" srcOrd="0" destOrd="0" presId="urn:microsoft.com/office/officeart/2005/8/layout/cycle8"/>
    <dgm:cxn modelId="{10CE543F-561D-4C92-AA35-DD4965B6CC9B}" type="presOf" srcId="{8DC9CE65-D487-49D9-B0D2-AEC095F6107B}" destId="{F3D8C230-0448-4B8A-BCDD-221B1A491455}" srcOrd="0" destOrd="0" presId="urn:microsoft.com/office/officeart/2005/8/layout/cycle8"/>
    <dgm:cxn modelId="{0BBBE15E-6481-4753-9692-292EF9E51EFF}" type="presOf" srcId="{8DC9CE65-D487-49D9-B0D2-AEC095F6107B}" destId="{EF56F505-4793-4986-812F-70C279761FBF}" srcOrd="1" destOrd="0" presId="urn:microsoft.com/office/officeart/2005/8/layout/cycle8"/>
    <dgm:cxn modelId="{6EDD58FC-37D4-4818-B346-E5449FF056A6}" srcId="{E146AEC5-AF7F-49C0-8850-9F304151BD6D}" destId="{8DC9CE65-D487-49D9-B0D2-AEC095F6107B}" srcOrd="0" destOrd="0" parTransId="{2D9BB94F-B5C1-4758-AC1E-109241CDC142}" sibTransId="{37E3BEBA-E7CD-4191-A953-20629F4A2F99}"/>
    <dgm:cxn modelId="{984BC4FA-85FA-46E7-9C5E-424D72743484}" type="presParOf" srcId="{8FB6F1C3-CB6E-47A5-9B75-9660ED2360B6}" destId="{F3D8C230-0448-4B8A-BCDD-221B1A491455}" srcOrd="0" destOrd="0" presId="urn:microsoft.com/office/officeart/2005/8/layout/cycle8"/>
    <dgm:cxn modelId="{D153EACE-8214-43E3-BD64-ABC6F0D9DA9B}" type="presParOf" srcId="{8FB6F1C3-CB6E-47A5-9B75-9660ED2360B6}" destId="{66F57B6D-0985-44F9-B3F2-FF01AD63442E}" srcOrd="1" destOrd="0" presId="urn:microsoft.com/office/officeart/2005/8/layout/cycle8"/>
    <dgm:cxn modelId="{71D8FCCA-6034-4CE7-879F-41BD1CC48706}" type="presParOf" srcId="{8FB6F1C3-CB6E-47A5-9B75-9660ED2360B6}" destId="{44AEDAA5-DF26-4ACE-AFE3-EE23BEB25F62}" srcOrd="2" destOrd="0" presId="urn:microsoft.com/office/officeart/2005/8/layout/cycle8"/>
    <dgm:cxn modelId="{13F8469D-6930-4DEB-90FB-4B2A14ACD644}" type="presParOf" srcId="{8FB6F1C3-CB6E-47A5-9B75-9660ED2360B6}" destId="{EF56F505-4793-4986-812F-70C279761FBF}" srcOrd="3" destOrd="0" presId="urn:microsoft.com/office/officeart/2005/8/layout/cycle8"/>
    <dgm:cxn modelId="{10F3D7D0-0131-4C7F-B195-C1D25671F7DD}" type="presParOf" srcId="{8FB6F1C3-CB6E-47A5-9B75-9660ED2360B6}" destId="{86A2F23A-C7AE-439D-A2E4-EED4D07ED39F}" srcOrd="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81A6B15-33D5-4724-97B5-429E5BB4BBD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pt-BR"/>
        </a:p>
      </dgm:t>
    </dgm:pt>
    <dgm:pt modelId="{FB65809B-3645-4679-B02B-D7BD9E0496C0}">
      <dgm:prSet/>
      <dgm:spPr/>
      <dgm:t>
        <a:bodyPr/>
        <a:lstStyle/>
        <a:p>
          <a:r>
            <a:rPr lang="pt-BR" dirty="0"/>
            <a:t>Nenhum outro algoritmo de busca é ótimo tem garantia de expandir um número de nós menor que A*</a:t>
          </a:r>
        </a:p>
      </dgm:t>
    </dgm:pt>
    <dgm:pt modelId="{0E45C2F4-AD22-4B41-93F0-2E6B1E2BC469}" type="parTrans" cxnId="{729F99F2-D4BB-4546-940F-98C86206B6D5}">
      <dgm:prSet/>
      <dgm:spPr/>
      <dgm:t>
        <a:bodyPr/>
        <a:lstStyle/>
        <a:p>
          <a:endParaRPr lang="pt-BR"/>
        </a:p>
      </dgm:t>
    </dgm:pt>
    <dgm:pt modelId="{017BFC6D-499E-4326-A21E-5C1551174648}" type="sibTrans" cxnId="{729F99F2-D4BB-4546-940F-98C86206B6D5}">
      <dgm:prSet/>
      <dgm:spPr/>
      <dgm:t>
        <a:bodyPr/>
        <a:lstStyle/>
        <a:p>
          <a:endParaRPr lang="pt-BR"/>
        </a:p>
      </dgm:t>
    </dgm:pt>
    <dgm:pt modelId="{67D7B5FE-CAD1-4631-BD3A-E88397CA6288}">
      <dgm:prSet/>
      <dgm:spPr/>
      <dgm:t>
        <a:bodyPr/>
        <a:lstStyle/>
        <a:p>
          <a:r>
            <a:rPr lang="pt-BR"/>
            <a:t>Isso porque qualquer algoritmo que não expande todos os nós f(n) menor que o custo ótimo corre o risco de omitir uma solução ótima.</a:t>
          </a:r>
        </a:p>
      </dgm:t>
    </dgm:pt>
    <dgm:pt modelId="{EEB94845-9FD1-4A27-8DEE-A117B39BB309}" type="parTrans" cxnId="{B921BC04-E1BC-4DC2-ACDB-D24BC7450CE7}">
      <dgm:prSet/>
      <dgm:spPr/>
      <dgm:t>
        <a:bodyPr/>
        <a:lstStyle/>
        <a:p>
          <a:endParaRPr lang="pt-BR"/>
        </a:p>
      </dgm:t>
    </dgm:pt>
    <dgm:pt modelId="{AB3DAC5E-DC8A-4A47-92AE-E11A3550A5D6}" type="sibTrans" cxnId="{B921BC04-E1BC-4DC2-ACDB-D24BC7450CE7}">
      <dgm:prSet/>
      <dgm:spPr/>
      <dgm:t>
        <a:bodyPr/>
        <a:lstStyle/>
        <a:p>
          <a:endParaRPr lang="pt-BR"/>
        </a:p>
      </dgm:t>
    </dgm:pt>
    <dgm:pt modelId="{89F0BE59-EE90-4901-BDCE-8067EBBB645B}" type="pres">
      <dgm:prSet presAssocID="{181A6B15-33D5-4724-97B5-429E5BB4BBD1}" presName="linear" presStyleCnt="0">
        <dgm:presLayoutVars>
          <dgm:animLvl val="lvl"/>
          <dgm:resizeHandles val="exact"/>
        </dgm:presLayoutVars>
      </dgm:prSet>
      <dgm:spPr/>
    </dgm:pt>
    <dgm:pt modelId="{9BD7A74A-8F2C-46B9-BC0D-C78FB8622BA3}" type="pres">
      <dgm:prSet presAssocID="{FB65809B-3645-4679-B02B-D7BD9E0496C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3BB817B-1711-4B88-885B-0A54D171B6C7}" type="pres">
      <dgm:prSet presAssocID="{017BFC6D-499E-4326-A21E-5C1551174648}" presName="spacer" presStyleCnt="0"/>
      <dgm:spPr/>
    </dgm:pt>
    <dgm:pt modelId="{E8B56D1D-A209-42E6-9E65-F872E693BA29}" type="pres">
      <dgm:prSet presAssocID="{67D7B5FE-CAD1-4631-BD3A-E88397CA6288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921BC04-E1BC-4DC2-ACDB-D24BC7450CE7}" srcId="{181A6B15-33D5-4724-97B5-429E5BB4BBD1}" destId="{67D7B5FE-CAD1-4631-BD3A-E88397CA6288}" srcOrd="1" destOrd="0" parTransId="{EEB94845-9FD1-4A27-8DEE-A117B39BB309}" sibTransId="{AB3DAC5E-DC8A-4A47-92AE-E11A3550A5D6}"/>
    <dgm:cxn modelId="{6604425E-55AD-4E14-889F-14C19C3A2E80}" type="presOf" srcId="{67D7B5FE-CAD1-4631-BD3A-E88397CA6288}" destId="{E8B56D1D-A209-42E6-9E65-F872E693BA29}" srcOrd="0" destOrd="0" presId="urn:microsoft.com/office/officeart/2005/8/layout/vList2"/>
    <dgm:cxn modelId="{975D9196-4F7A-4D83-9CAD-9697CF5780C3}" type="presOf" srcId="{FB65809B-3645-4679-B02B-D7BD9E0496C0}" destId="{9BD7A74A-8F2C-46B9-BC0D-C78FB8622BA3}" srcOrd="0" destOrd="0" presId="urn:microsoft.com/office/officeart/2005/8/layout/vList2"/>
    <dgm:cxn modelId="{95DE4FC6-5E4E-4BAF-9B55-38A41F84342D}" type="presOf" srcId="{181A6B15-33D5-4724-97B5-429E5BB4BBD1}" destId="{89F0BE59-EE90-4901-BDCE-8067EBBB645B}" srcOrd="0" destOrd="0" presId="urn:microsoft.com/office/officeart/2005/8/layout/vList2"/>
    <dgm:cxn modelId="{729F99F2-D4BB-4546-940F-98C86206B6D5}" srcId="{181A6B15-33D5-4724-97B5-429E5BB4BBD1}" destId="{FB65809B-3645-4679-B02B-D7BD9E0496C0}" srcOrd="0" destOrd="0" parTransId="{0E45C2F4-AD22-4B41-93F0-2E6B1E2BC469}" sibTransId="{017BFC6D-499E-4326-A21E-5C1551174648}"/>
    <dgm:cxn modelId="{0A161B59-3DF8-4F9D-9F10-1C7DF7EC3245}" type="presParOf" srcId="{89F0BE59-EE90-4901-BDCE-8067EBBB645B}" destId="{9BD7A74A-8F2C-46B9-BC0D-C78FB8622BA3}" srcOrd="0" destOrd="0" presId="urn:microsoft.com/office/officeart/2005/8/layout/vList2"/>
    <dgm:cxn modelId="{D4D34627-721C-4351-BCB6-9A7B88904EA6}" type="presParOf" srcId="{89F0BE59-EE90-4901-BDCE-8067EBBB645B}" destId="{A3BB817B-1711-4B88-885B-0A54D171B6C7}" srcOrd="1" destOrd="0" presId="urn:microsoft.com/office/officeart/2005/8/layout/vList2"/>
    <dgm:cxn modelId="{7B6A90DA-5E88-4933-8BDD-D4D7DAEC2C20}" type="presParOf" srcId="{89F0BE59-EE90-4901-BDCE-8067EBBB645B}" destId="{E8B56D1D-A209-42E6-9E65-F872E693BA2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D8C230-0448-4B8A-BCDD-221B1A491455}">
      <dsp:nvSpPr>
        <dsp:cNvPr id="0" name=""/>
        <dsp:cNvSpPr/>
      </dsp:nvSpPr>
      <dsp:spPr>
        <a:xfrm>
          <a:off x="3357633" y="348107"/>
          <a:ext cx="3655123" cy="365512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/>
            <a:t>A estratégia usada define a ordem em que os nós são expandidos, ou seja, retirados da fronteira</a:t>
          </a:r>
        </a:p>
      </dsp:txBody>
      <dsp:txXfrm>
        <a:off x="3966820" y="957294"/>
        <a:ext cx="2436749" cy="2436749"/>
      </dsp:txXfrm>
    </dsp:sp>
    <dsp:sp modelId="{86A2F23A-C7AE-439D-A2E4-EED4D07ED39F}">
      <dsp:nvSpPr>
        <dsp:cNvPr id="0" name=""/>
        <dsp:cNvSpPr/>
      </dsp:nvSpPr>
      <dsp:spPr>
        <a:xfrm>
          <a:off x="3149363" y="121748"/>
          <a:ext cx="4107663" cy="4107663"/>
        </a:xfrm>
        <a:prstGeom prst="circularArrow">
          <a:avLst>
            <a:gd name="adj1" fmla="val 5085"/>
            <a:gd name="adj2" fmla="val 327528"/>
            <a:gd name="adj3" fmla="val 15838612"/>
            <a:gd name="adj4" fmla="val 16233860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D7A74A-8F2C-46B9-BC0D-C78FB8622BA3}">
      <dsp:nvSpPr>
        <dsp:cNvPr id="0" name=""/>
        <dsp:cNvSpPr/>
      </dsp:nvSpPr>
      <dsp:spPr>
        <a:xfrm>
          <a:off x="0" y="87758"/>
          <a:ext cx="10370389" cy="20346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700" kern="1200" dirty="0"/>
            <a:t>Nenhum outro algoritmo de busca é ótimo tem garantia de expandir um número de nós menor que A*</a:t>
          </a:r>
        </a:p>
      </dsp:txBody>
      <dsp:txXfrm>
        <a:off x="99322" y="187080"/>
        <a:ext cx="10171745" cy="1835986"/>
      </dsp:txXfrm>
    </dsp:sp>
    <dsp:sp modelId="{E8B56D1D-A209-42E6-9E65-F872E693BA29}">
      <dsp:nvSpPr>
        <dsp:cNvPr id="0" name=""/>
        <dsp:cNvSpPr/>
      </dsp:nvSpPr>
      <dsp:spPr>
        <a:xfrm>
          <a:off x="0" y="2228949"/>
          <a:ext cx="10370389" cy="20346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700" kern="1200"/>
            <a:t>Isso porque qualquer algoritmo que não expande todos os nós f(n) menor que o custo ótimo corre o risco de omitir uma solução ótima.</a:t>
          </a:r>
        </a:p>
      </dsp:txBody>
      <dsp:txXfrm>
        <a:off x="99322" y="2328271"/>
        <a:ext cx="10171745" cy="18359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3:48:47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FD5A78-9E40-451F-8C03-FD7C8A0A5661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48BAC-ABE1-4967-AC64-5D75ADD35E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9708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348BAC-ABE1-4967-AC64-5D75ADD35E51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5734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984BBB-0AEA-105D-5F87-52B2FC1ED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453965-2FB7-E6C1-2D48-C1EF359573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9B0BE4-0B3E-30BE-D41C-62AEAD97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09BFDA-415E-5F6B-F87B-0F7FE9393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4493DA-AB46-D8FB-2185-A49008D8B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50"/>
                </a:solidFill>
              </a:defRPr>
            </a:lvl1pPr>
          </a:lstStyle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754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30393-E547-B402-03CC-977C713CE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10C602-D520-EDC4-187E-103F6250C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944A02-B00A-409C-0ABE-4C69A0CEA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5294A3-DBD2-373A-96BA-A6B1C2AA4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5BC20E-BDE8-6472-1B3C-016524FFF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4724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D5BAED-F86F-0AC7-647B-B8A925DF9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BC3476-CD80-4260-A4C2-2CDFA2486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7C15D3-799E-BBB0-85BA-584502B9E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44EF58-7AC8-27CC-5B9B-EED418260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CCF4E0-A0A1-08F0-A73C-ED4919D85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50"/>
                </a:solidFill>
              </a:defRPr>
            </a:lvl1pPr>
          </a:lstStyle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76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01E92E-A5BC-3F60-E557-825A4E8BD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FC1AA8-FB7E-039A-24C9-71933BE399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7DC13D-ACF4-6279-0D25-F68EA3F21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1A62DA2-9535-D227-515B-1933B4B2A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76CAFA-D0FB-A2B8-C97A-B5DB7B47A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DB6B634-E234-0270-994E-2864DA391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2836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B71544-7593-F36C-2C36-80B84B29A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D72AF6-0728-2D6D-BC4E-B25FAFF8B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6E110DB-6D43-82EB-25DC-408B09D8EB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EB588C-6277-79CF-6343-0F585A2EA3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508D674-5AFF-D280-6D48-E4C2C03297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838353D-4395-51BF-CDCA-A35D7B2E0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BBD0EDD-60AD-FA3C-F280-01AD946E8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731E9E0-B60E-A76D-82FF-B23C21AE4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1431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D4A328-27BA-6C20-2FB6-98760D5F6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4DA9652-A327-6D9E-CC07-C8A1023A7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1F18115-5EF4-574B-D44D-27550650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7486F2C-FC0F-0478-8E5F-0F85241C7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2203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26C3CC4-9550-C1FA-5318-A6D53D36C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26C7134-7863-79A8-B1E5-08D59D165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585BF5D-51E3-7925-A994-498EF63F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0410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34C60-48F7-DCD4-ABEF-6CBCECEAE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33E1DA-09C8-60BB-8F89-F2BA8226C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24122BE-EE75-4F1D-5A91-54AB05B85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DCEB627-3A8E-D68B-28DA-6A4A9820B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776BCA7-BF39-4B03-3B17-C85498732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FBFB53-36B2-B3BC-0577-DA7D27312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134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3B6C0-5830-21EF-B785-2AD6C6D72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62380AF-2FC0-47F1-4FAA-2E1EFAF1E9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4DEE9A2-9D8F-309B-B2CB-CBF1555279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46F3A24-39BC-1118-1FF6-179299857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324CBDC-807B-6B9B-B9BD-7A5690E87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CAB5BE-1395-3BF1-FF58-028235DF8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3411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5D97B7-A87C-36DD-B679-99B72EA22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E928B2A-290D-B5B2-E50B-4F4C9FAF66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B7D33C-1337-5311-833E-2D7643CF5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FA5F3B-4FB2-BE00-DF94-87A440490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137468-1245-F38C-437C-6033D8789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6202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93BD76-06E7-209F-0376-2E47F78A68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8C96CE7-9026-FDC0-0242-9AF0C3FC31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6BDCA1-0E3E-BB76-A5F0-729B48798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A704-DDBD-4AE1-95D7-6B8D9C9024FC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E6FF04-149E-14D1-915C-EFF7EF09E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DEEC5E-B552-AE4E-C1D9-36C046EAE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4484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Texto&#10;&#10;Descrição gerada automaticamente com confiança baixa">
            <a:extLst>
              <a:ext uri="{FF2B5EF4-FFF2-40B4-BE49-F238E27FC236}">
                <a16:creationId xmlns:a16="http://schemas.microsoft.com/office/drawing/2014/main" id="{2BC3A1D1-431E-0470-24A9-941A1C326EAD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2" t="1853" r="64727" b="42836"/>
          <a:stretch/>
        </p:blipFill>
        <p:spPr>
          <a:xfrm>
            <a:off x="0" y="11262"/>
            <a:ext cx="1054100" cy="1051045"/>
          </a:xfrm>
          <a:prstGeom prst="rect">
            <a:avLst/>
          </a:prstGeom>
        </p:spPr>
      </p:pic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A564E83-31D4-9D45-4A19-04EFC8236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410" y="365125"/>
            <a:ext cx="1037038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FA1DFB-5681-4229-5B94-71B9E9559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3410" y="1825625"/>
            <a:ext cx="1037039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7EB250-651F-F2DA-477B-A568DED1B5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BFA704-DDBD-4AE1-95D7-6B8D9C9024FC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E12ADF-D139-99D1-CE25-D18F6CF315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A8DBA7-56FD-416B-3A34-FAAB40E86C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rgbClr val="000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7944D45-F7FF-43BC-AADE-F86125475498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15334C9-A291-E2BC-B303-645466EEF4C7}"/>
              </a:ext>
            </a:extLst>
          </p:cNvPr>
          <p:cNvSpPr/>
          <p:nvPr/>
        </p:nvSpPr>
        <p:spPr>
          <a:xfrm>
            <a:off x="1262744" y="-435789"/>
            <a:ext cx="377372" cy="377372"/>
          </a:xfrm>
          <a:prstGeom prst="rect">
            <a:avLst/>
          </a:prstGeom>
          <a:solidFill>
            <a:srgbClr val="0367A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A106479-385D-C6FD-2709-39137C20CE48}"/>
              </a:ext>
            </a:extLst>
          </p:cNvPr>
          <p:cNvSpPr/>
          <p:nvPr/>
        </p:nvSpPr>
        <p:spPr>
          <a:xfrm>
            <a:off x="841830" y="-435789"/>
            <a:ext cx="377372" cy="377372"/>
          </a:xfrm>
          <a:prstGeom prst="rect">
            <a:avLst/>
          </a:prstGeom>
          <a:solidFill>
            <a:srgbClr val="034C8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2EF7CBD-2BB8-036A-70B2-B2A220CB3F2A}"/>
              </a:ext>
            </a:extLst>
          </p:cNvPr>
          <p:cNvSpPr/>
          <p:nvPr/>
        </p:nvSpPr>
        <p:spPr>
          <a:xfrm>
            <a:off x="420916" y="-435789"/>
            <a:ext cx="377372" cy="377372"/>
          </a:xfrm>
          <a:prstGeom prst="rect">
            <a:avLst/>
          </a:prstGeom>
          <a:solidFill>
            <a:srgbClr val="033E8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D3ED86F-1E57-DE2F-6EB3-89C0943F53BC}"/>
              </a:ext>
            </a:extLst>
          </p:cNvPr>
          <p:cNvSpPr/>
          <p:nvPr/>
        </p:nvSpPr>
        <p:spPr>
          <a:xfrm>
            <a:off x="2525486" y="-435789"/>
            <a:ext cx="377372" cy="377372"/>
          </a:xfrm>
          <a:prstGeom prst="rect">
            <a:avLst/>
          </a:prstGeom>
          <a:solidFill>
            <a:srgbClr val="F2F2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90E2CE5-0969-31F1-13AA-C76C7FD546AC}"/>
              </a:ext>
            </a:extLst>
          </p:cNvPr>
          <p:cNvSpPr/>
          <p:nvPr/>
        </p:nvSpPr>
        <p:spPr>
          <a:xfrm>
            <a:off x="2104572" y="-434315"/>
            <a:ext cx="377372" cy="377372"/>
          </a:xfrm>
          <a:prstGeom prst="rect">
            <a:avLst/>
          </a:prstGeom>
          <a:solidFill>
            <a:srgbClr val="F2A51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3D49E67-D59A-6D06-1B7C-A99F60761CAA}"/>
              </a:ext>
            </a:extLst>
          </p:cNvPr>
          <p:cNvSpPr/>
          <p:nvPr/>
        </p:nvSpPr>
        <p:spPr>
          <a:xfrm>
            <a:off x="1683658" y="-434315"/>
            <a:ext cx="377372" cy="377372"/>
          </a:xfrm>
          <a:prstGeom prst="rect">
            <a:avLst/>
          </a:prstGeom>
          <a:solidFill>
            <a:srgbClr val="F2BF2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27D67DA-8B35-427E-A6FD-8DBD101026FC}"/>
              </a:ext>
            </a:extLst>
          </p:cNvPr>
          <p:cNvSpPr/>
          <p:nvPr/>
        </p:nvSpPr>
        <p:spPr>
          <a:xfrm>
            <a:off x="0" y="-434315"/>
            <a:ext cx="377372" cy="377372"/>
          </a:xfrm>
          <a:prstGeom prst="rect">
            <a:avLst/>
          </a:prstGeom>
          <a:solidFill>
            <a:srgbClr val="000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FA423E13-8E08-0F8C-E482-6F9D05CB9F55}"/>
              </a:ext>
            </a:extLst>
          </p:cNvPr>
          <p:cNvGrpSpPr/>
          <p:nvPr/>
        </p:nvGrpSpPr>
        <p:grpSpPr>
          <a:xfrm>
            <a:off x="0" y="6642613"/>
            <a:ext cx="12192000" cy="215387"/>
            <a:chOff x="0" y="6464800"/>
            <a:chExt cx="12192000" cy="215387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E4B12E3-B991-7147-5AE5-B7D8DD728B2E}"/>
                </a:ext>
              </a:extLst>
            </p:cNvPr>
            <p:cNvSpPr/>
            <p:nvPr/>
          </p:nvSpPr>
          <p:spPr>
            <a:xfrm>
              <a:off x="0" y="6500466"/>
              <a:ext cx="12192000" cy="72000"/>
            </a:xfrm>
            <a:prstGeom prst="rect">
              <a:avLst/>
            </a:prstGeom>
            <a:solidFill>
              <a:srgbClr val="034C8C"/>
            </a:solidFill>
            <a:ln>
              <a:solidFill>
                <a:srgbClr val="034C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F94ACB2C-0551-938A-97B9-A9F2C4D838B7}"/>
                </a:ext>
              </a:extLst>
            </p:cNvPr>
            <p:cNvSpPr/>
            <p:nvPr/>
          </p:nvSpPr>
          <p:spPr>
            <a:xfrm>
              <a:off x="0" y="6464800"/>
              <a:ext cx="12192000" cy="36000"/>
            </a:xfrm>
            <a:prstGeom prst="rect">
              <a:avLst/>
            </a:prstGeom>
            <a:solidFill>
              <a:srgbClr val="0367A6"/>
            </a:solidFill>
            <a:ln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1BB72F72-6C9D-DED7-AE87-3D1500432B97}"/>
                </a:ext>
              </a:extLst>
            </p:cNvPr>
            <p:cNvSpPr/>
            <p:nvPr/>
          </p:nvSpPr>
          <p:spPr>
            <a:xfrm>
              <a:off x="0" y="6572466"/>
              <a:ext cx="12192000" cy="107721"/>
            </a:xfrm>
            <a:prstGeom prst="rect">
              <a:avLst/>
            </a:prstGeom>
            <a:solidFill>
              <a:srgbClr val="000050"/>
            </a:solidFill>
            <a:ln>
              <a:solidFill>
                <a:srgbClr val="000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n>
                  <a:noFill/>
                </a:ln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9092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005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customXml" Target="../ink/ink1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9.jpeg"/><Relationship Id="rId7" Type="http://schemas.openxmlformats.org/officeDocument/2006/relationships/image" Target="../media/image23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jpeg"/><Relationship Id="rId11" Type="http://schemas.openxmlformats.org/officeDocument/2006/relationships/image" Target="../media/image27.jpeg"/><Relationship Id="rId5" Type="http://schemas.openxmlformats.org/officeDocument/2006/relationships/image" Target="../media/image21.jpeg"/><Relationship Id="rId10" Type="http://schemas.openxmlformats.org/officeDocument/2006/relationships/image" Target="../media/image26.jpeg"/><Relationship Id="rId4" Type="http://schemas.openxmlformats.org/officeDocument/2006/relationships/image" Target="../media/image20.jpeg"/><Relationship Id="rId9" Type="http://schemas.openxmlformats.org/officeDocument/2006/relationships/image" Target="../media/image2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47E7BE-3A07-2FF6-62D1-DFDE334024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5000" dirty="0"/>
              <a:t>Disciplina:</a:t>
            </a:r>
            <a:br>
              <a:rPr lang="pt-BR" dirty="0"/>
            </a:br>
            <a:r>
              <a:rPr lang="pt-BR" dirty="0"/>
              <a:t>Inteligência Artificial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EBED47-DD57-D1E8-C0C3-C07A6CBA58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Aula 06:Uso de heurísticas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6129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5B05E3-1955-622A-FCD4-10CD0149E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Relembrando “PROBLEMA”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540D07-8CBA-4446-3935-F10E82344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Estado Inicial;</a:t>
            </a:r>
          </a:p>
          <a:p>
            <a:r>
              <a:rPr lang="pt-BR" dirty="0"/>
              <a:t>Ações ;</a:t>
            </a:r>
          </a:p>
          <a:p>
            <a:r>
              <a:rPr lang="pt-BR" dirty="0"/>
              <a:t>Teste de Objetivo;</a:t>
            </a:r>
          </a:p>
          <a:p>
            <a:r>
              <a:rPr lang="pt-BR" dirty="0"/>
              <a:t>Custo;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90845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E53D5-FCD9-75C7-517E-2227C2592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197A3E-2C7D-148F-72A4-FD5556444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>
                <a:solidFill>
                  <a:schemeClr val="tx2"/>
                </a:solidFill>
              </a:rPr>
              <a:t>Solução</a:t>
            </a:r>
            <a:r>
              <a:rPr lang="pt-BR" dirty="0"/>
              <a:t>: sequencia de ações que levam de um estado inicial a um objetivo.</a:t>
            </a:r>
          </a:p>
          <a:p>
            <a:r>
              <a:rPr lang="pt-BR" b="1" dirty="0">
                <a:solidFill>
                  <a:schemeClr val="tx2"/>
                </a:solidFill>
              </a:rPr>
              <a:t>Solução ótima</a:t>
            </a:r>
            <a:r>
              <a:rPr lang="pt-BR" dirty="0"/>
              <a:t>: solução de custo mínimo.</a:t>
            </a:r>
          </a:p>
        </p:txBody>
      </p:sp>
    </p:spTree>
    <p:extLst>
      <p:ext uri="{BB962C8B-B14F-4D97-AF65-F5344CB8AC3E}">
        <p14:creationId xmlns:p14="http://schemas.microsoft.com/office/powerpoint/2010/main" val="3785102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875AFE-F5DF-0C9F-248D-7E6E490DB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ESPAÇO DE ESTADOS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0B0077-6221-D6D6-C4E7-9C42B7EB6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10" y="1825625"/>
            <a:ext cx="10370390" cy="1793875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Conjunto de todos os estado acessíveis a partir de um estado inicial.</a:t>
            </a:r>
          </a:p>
          <a:p>
            <a:r>
              <a:rPr lang="pt-BR" dirty="0"/>
              <a:t>Pode ser interpretado como um grafo em que os nó são estados e os arcos são ações.</a:t>
            </a:r>
          </a:p>
          <a:p>
            <a:r>
              <a:rPr lang="pt-BR" dirty="0"/>
              <a:t>Abstração do mundo real.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38388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59A3DC-4067-DCE4-A860-E1C7B8989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ESPAÇO DE ESTADOS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DD5D50-0A08-E99F-2846-85D5798AE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Exemplo: Caminho de casa até a faculdade. Estados dados pela posição exata ou discreta?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4FB88FB0-10D4-3DE1-C0D0-F63A451B2659}"/>
              </a:ext>
            </a:extLst>
          </p:cNvPr>
          <p:cNvSpPr/>
          <p:nvPr/>
        </p:nvSpPr>
        <p:spPr>
          <a:xfrm>
            <a:off x="4047565" y="3994242"/>
            <a:ext cx="666750" cy="6667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1077C64F-2BAD-518B-6249-51542A155364}"/>
              </a:ext>
            </a:extLst>
          </p:cNvPr>
          <p:cNvSpPr/>
          <p:nvPr/>
        </p:nvSpPr>
        <p:spPr>
          <a:xfrm>
            <a:off x="5933515" y="3994242"/>
            <a:ext cx="666750" cy="6667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FCB7225B-2A64-BC3A-CC14-CBC8F5272754}"/>
              </a:ext>
            </a:extLst>
          </p:cNvPr>
          <p:cNvSpPr/>
          <p:nvPr/>
        </p:nvSpPr>
        <p:spPr>
          <a:xfrm>
            <a:off x="7701569" y="3994242"/>
            <a:ext cx="666750" cy="6667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: Curvo 9">
            <a:extLst>
              <a:ext uri="{FF2B5EF4-FFF2-40B4-BE49-F238E27FC236}">
                <a16:creationId xmlns:a16="http://schemas.microsoft.com/office/drawing/2014/main" id="{1EF21D3F-EA1B-F90F-C8FE-0125A306DD22}"/>
              </a:ext>
            </a:extLst>
          </p:cNvPr>
          <p:cNvCxnSpPr>
            <a:cxnSpLocks/>
            <a:stCxn id="4" idx="0"/>
            <a:endCxn id="7" idx="0"/>
          </p:cNvCxnSpPr>
          <p:nvPr/>
        </p:nvCxnSpPr>
        <p:spPr>
          <a:xfrm rot="5400000" flipH="1" flipV="1">
            <a:off x="5323915" y="3051267"/>
            <a:ext cx="12700" cy="1885950"/>
          </a:xfrm>
          <a:prstGeom prst="curvedConnector3">
            <a:avLst>
              <a:gd name="adj1" fmla="val 3375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: Curvo 20">
            <a:extLst>
              <a:ext uri="{FF2B5EF4-FFF2-40B4-BE49-F238E27FC236}">
                <a16:creationId xmlns:a16="http://schemas.microsoft.com/office/drawing/2014/main" id="{37CF73BC-9FA0-1F30-C5C2-A2B036F970AE}"/>
              </a:ext>
            </a:extLst>
          </p:cNvPr>
          <p:cNvCxnSpPr>
            <a:stCxn id="7" idx="0"/>
            <a:endCxn id="8" idx="0"/>
          </p:cNvCxnSpPr>
          <p:nvPr/>
        </p:nvCxnSpPr>
        <p:spPr>
          <a:xfrm rot="5400000" flipH="1" flipV="1">
            <a:off x="7150917" y="3110215"/>
            <a:ext cx="12700" cy="1768054"/>
          </a:xfrm>
          <a:prstGeom prst="curvedConnector3">
            <a:avLst>
              <a:gd name="adj1" fmla="val 34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70E2415-02D1-DFC1-6D06-1C2D5692D416}"/>
              </a:ext>
            </a:extLst>
          </p:cNvPr>
          <p:cNvSpPr txBox="1"/>
          <p:nvPr/>
        </p:nvSpPr>
        <p:spPr>
          <a:xfrm>
            <a:off x="4208457" y="4745130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21E4C672-8855-81E9-CEB1-C6D5C4250569}"/>
              </a:ext>
            </a:extLst>
          </p:cNvPr>
          <p:cNvSpPr txBox="1"/>
          <p:nvPr/>
        </p:nvSpPr>
        <p:spPr>
          <a:xfrm>
            <a:off x="6094407" y="4745130"/>
            <a:ext cx="511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P.O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4EAFD1C3-51A7-5EB6-CC7D-5D0185A6FF28}"/>
              </a:ext>
            </a:extLst>
          </p:cNvPr>
          <p:cNvSpPr txBox="1"/>
          <p:nvPr/>
        </p:nvSpPr>
        <p:spPr>
          <a:xfrm>
            <a:off x="7868811" y="474513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06103F8-CF3A-F5ED-A2B5-61FDACFF2369}"/>
              </a:ext>
            </a:extLst>
          </p:cNvPr>
          <p:cNvSpPr txBox="1"/>
          <p:nvPr/>
        </p:nvSpPr>
        <p:spPr>
          <a:xfrm>
            <a:off x="5290701" y="3240180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43DE0F50-39BB-EB1D-8068-338F71E6D4C1}"/>
              </a:ext>
            </a:extLst>
          </p:cNvPr>
          <p:cNvSpPr txBox="1"/>
          <p:nvPr/>
        </p:nvSpPr>
        <p:spPr>
          <a:xfrm>
            <a:off x="6996806" y="3240180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470574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F85CAB-160B-1EAF-41DA-0B08F4F42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EXEMPLO: ASPIRADOR DE PÓ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A801664-98A5-65E6-E225-205EF8F157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51"/>
          <a:stretch>
            <a:fillRect/>
          </a:stretch>
        </p:blipFill>
        <p:spPr>
          <a:xfrm>
            <a:off x="2627247" y="2178996"/>
            <a:ext cx="9289135" cy="438207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FCF82BCC-6979-74DF-C3BA-71E0A0F07F29}"/>
              </a:ext>
            </a:extLst>
          </p:cNvPr>
          <p:cNvSpPr/>
          <p:nvPr/>
        </p:nvSpPr>
        <p:spPr>
          <a:xfrm>
            <a:off x="5612860" y="2257424"/>
            <a:ext cx="1352144" cy="6706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2FCB2A40-AA27-0148-F9AD-A5DD25B0D07A}"/>
              </a:ext>
            </a:extLst>
          </p:cNvPr>
          <p:cNvSpPr/>
          <p:nvPr/>
        </p:nvSpPr>
        <p:spPr>
          <a:xfrm>
            <a:off x="8848724" y="2257424"/>
            <a:ext cx="427905" cy="620458"/>
          </a:xfrm>
          <a:custGeom>
            <a:avLst/>
            <a:gdLst>
              <a:gd name="csX0" fmla="*/ 0 w 427905"/>
              <a:gd name="csY0" fmla="*/ 161957 h 620458"/>
              <a:gd name="csX1" fmla="*/ 228600 w 427905"/>
              <a:gd name="csY1" fmla="*/ 32 h 620458"/>
              <a:gd name="csX2" fmla="*/ 409575 w 427905"/>
              <a:gd name="csY2" fmla="*/ 152432 h 620458"/>
              <a:gd name="csX3" fmla="*/ 390525 w 427905"/>
              <a:gd name="csY3" fmla="*/ 581057 h 620458"/>
              <a:gd name="csX4" fmla="*/ 133350 w 427905"/>
              <a:gd name="csY4" fmla="*/ 600107 h 620458"/>
              <a:gd name="csX5" fmla="*/ 123825 w 427905"/>
              <a:gd name="csY5" fmla="*/ 571532 h 6204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27905" h="620458">
                <a:moveTo>
                  <a:pt x="0" y="161957"/>
                </a:moveTo>
                <a:cubicBezTo>
                  <a:pt x="80169" y="81788"/>
                  <a:pt x="160338" y="1619"/>
                  <a:pt x="228600" y="32"/>
                </a:cubicBezTo>
                <a:cubicBezTo>
                  <a:pt x="296862" y="-1555"/>
                  <a:pt x="382588" y="55594"/>
                  <a:pt x="409575" y="152432"/>
                </a:cubicBezTo>
                <a:cubicBezTo>
                  <a:pt x="436563" y="249270"/>
                  <a:pt x="436562" y="506445"/>
                  <a:pt x="390525" y="581057"/>
                </a:cubicBezTo>
                <a:cubicBezTo>
                  <a:pt x="344488" y="655669"/>
                  <a:pt x="177800" y="601695"/>
                  <a:pt x="133350" y="600107"/>
                </a:cubicBezTo>
                <a:cubicBezTo>
                  <a:pt x="88900" y="598520"/>
                  <a:pt x="106362" y="585026"/>
                  <a:pt x="123825" y="571532"/>
                </a:cubicBezTo>
              </a:path>
            </a:pathLst>
          </a:cu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Seta: para a Direita 14">
            <a:extLst>
              <a:ext uri="{FF2B5EF4-FFF2-40B4-BE49-F238E27FC236}">
                <a16:creationId xmlns:a16="http://schemas.microsoft.com/office/drawing/2014/main" id="{584B38A9-1CB0-10E5-6173-AA8F7376650E}"/>
              </a:ext>
            </a:extLst>
          </p:cNvPr>
          <p:cNvSpPr/>
          <p:nvPr/>
        </p:nvSpPr>
        <p:spPr>
          <a:xfrm rot="13493036">
            <a:off x="8870836" y="2750271"/>
            <a:ext cx="118427" cy="111582"/>
          </a:xfrm>
          <a:prstGeom prst="rightArrow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xplosão: 8 Pontos 17">
            <a:extLst>
              <a:ext uri="{FF2B5EF4-FFF2-40B4-BE49-F238E27FC236}">
                <a16:creationId xmlns:a16="http://schemas.microsoft.com/office/drawing/2014/main" id="{863EC9C1-352D-46AE-7380-ED0526682116}"/>
              </a:ext>
            </a:extLst>
          </p:cNvPr>
          <p:cNvSpPr/>
          <p:nvPr/>
        </p:nvSpPr>
        <p:spPr>
          <a:xfrm>
            <a:off x="3352800" y="4116976"/>
            <a:ext cx="457200" cy="378823"/>
          </a:xfrm>
          <a:prstGeom prst="irregularSeal1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6CFF206-DA1B-E9F0-AB2E-5EAFFBAF76EF}"/>
              </a:ext>
            </a:extLst>
          </p:cNvPr>
          <p:cNvSpPr txBox="1"/>
          <p:nvPr/>
        </p:nvSpPr>
        <p:spPr>
          <a:xfrm>
            <a:off x="187016" y="1334678"/>
            <a:ext cx="45149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PROBLEMA:</a:t>
            </a:r>
          </a:p>
          <a:p>
            <a:r>
              <a:rPr lang="pt-BR" dirty="0"/>
              <a:t>-</a:t>
            </a:r>
            <a:r>
              <a:rPr lang="pt-BR" b="1" dirty="0">
                <a:solidFill>
                  <a:srgbClr val="FF0000"/>
                </a:solidFill>
              </a:rPr>
              <a:t>ESPAÇOS (DUAS POSIÇÕES DIFERENTES</a:t>
            </a:r>
          </a:p>
          <a:p>
            <a:r>
              <a:rPr lang="pt-BR" dirty="0"/>
              <a:t>-QUE POSIÇÃO O ASPIRADOR ESTÁ </a:t>
            </a:r>
          </a:p>
          <a:p>
            <a:r>
              <a:rPr lang="pt-BR" dirty="0"/>
              <a:t>-</a:t>
            </a:r>
            <a:r>
              <a:rPr lang="pt-BR" b="1" dirty="0">
                <a:solidFill>
                  <a:srgbClr val="7030A0"/>
                </a:solidFill>
              </a:rPr>
              <a:t>TEM SUJEITA OU NÃO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CE6B16C-174B-5CF4-5BFF-3C1D4C480A45}"/>
              </a:ext>
            </a:extLst>
          </p:cNvPr>
          <p:cNvSpPr txBox="1"/>
          <p:nvPr/>
        </p:nvSpPr>
        <p:spPr>
          <a:xfrm>
            <a:off x="256568" y="2535007"/>
            <a:ext cx="17083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AÇÕES:</a:t>
            </a:r>
          </a:p>
          <a:p>
            <a:r>
              <a:rPr lang="pt-BR" b="1" dirty="0">
                <a:solidFill>
                  <a:schemeClr val="accent3"/>
                </a:solidFill>
              </a:rPr>
              <a:t>1-MOVER D-&gt;E</a:t>
            </a:r>
          </a:p>
          <a:p>
            <a:r>
              <a:rPr lang="pt-BR" b="1" dirty="0">
                <a:solidFill>
                  <a:schemeClr val="accent3"/>
                </a:solidFill>
              </a:rPr>
              <a:t>2-MOVER E-&gt;D</a:t>
            </a:r>
          </a:p>
          <a:p>
            <a:r>
              <a:rPr lang="pt-BR" dirty="0"/>
              <a:t>3-ASPIRAR</a:t>
            </a:r>
          </a:p>
        </p:txBody>
      </p:sp>
    </p:spTree>
    <p:extLst>
      <p:ext uri="{BB962C8B-B14F-4D97-AF65-F5344CB8AC3E}">
        <p14:creationId xmlns:p14="http://schemas.microsoft.com/office/powerpoint/2010/main" val="2707787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349195-FF18-A5A1-1B7D-E942A83E3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EXEMPLO: ASPIRADOR DE PÓ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D0D4F5-1301-05EB-7939-EB3A27D62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>
                <a:solidFill>
                  <a:srgbClr val="000050"/>
                </a:solidFill>
              </a:rPr>
              <a:t>Estados</a:t>
            </a:r>
            <a:r>
              <a:rPr lang="pt-BR" dirty="0"/>
              <a:t>:</a:t>
            </a:r>
          </a:p>
          <a:p>
            <a:r>
              <a:rPr lang="pt-BR" b="1" dirty="0">
                <a:solidFill>
                  <a:srgbClr val="000050"/>
                </a:solidFill>
              </a:rPr>
              <a:t>Estado Inicial</a:t>
            </a:r>
            <a:r>
              <a:rPr lang="pt-BR" dirty="0"/>
              <a:t>: </a:t>
            </a:r>
          </a:p>
          <a:p>
            <a:r>
              <a:rPr lang="pt-BR" b="1" dirty="0">
                <a:solidFill>
                  <a:srgbClr val="000050"/>
                </a:solidFill>
              </a:rPr>
              <a:t>Ações</a:t>
            </a:r>
            <a:r>
              <a:rPr lang="pt-BR" dirty="0"/>
              <a:t>: </a:t>
            </a:r>
          </a:p>
          <a:p>
            <a:r>
              <a:rPr lang="pt-BR" b="1" dirty="0">
                <a:solidFill>
                  <a:srgbClr val="000050"/>
                </a:solidFill>
              </a:rPr>
              <a:t>Teste de objetivo</a:t>
            </a:r>
            <a:r>
              <a:rPr lang="pt-BR" dirty="0"/>
              <a:t>:</a:t>
            </a:r>
          </a:p>
          <a:p>
            <a:r>
              <a:rPr lang="pt-BR" b="1" dirty="0">
                <a:solidFill>
                  <a:srgbClr val="000050"/>
                </a:solidFill>
              </a:rPr>
              <a:t>Custo do caminho</a:t>
            </a:r>
            <a:r>
              <a:rPr lang="pt-BR" dirty="0"/>
              <a:t>: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C64321AB-4199-0C10-9C7B-AF3CF351C899}"/>
              </a:ext>
            </a:extLst>
          </p:cNvPr>
          <p:cNvSpPr txBox="1">
            <a:spLocks/>
          </p:cNvSpPr>
          <p:nvPr/>
        </p:nvSpPr>
        <p:spPr>
          <a:xfrm>
            <a:off x="983410" y="1825625"/>
            <a:ext cx="1037039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/>
              <a:t>                  Posição do robô e sujeira (8).</a:t>
            </a:r>
          </a:p>
          <a:p>
            <a:pPr marL="0" indent="0">
              <a:buNone/>
            </a:pPr>
            <a:r>
              <a:rPr lang="pt-BR" dirty="0"/>
              <a:t>                            Qualquer um.</a:t>
            </a:r>
          </a:p>
          <a:p>
            <a:pPr marL="0" indent="0">
              <a:buNone/>
            </a:pPr>
            <a:r>
              <a:rPr lang="pt-BR" b="1" dirty="0">
                <a:solidFill>
                  <a:srgbClr val="000050"/>
                </a:solidFill>
              </a:rPr>
              <a:t>               </a:t>
            </a:r>
            <a:r>
              <a:rPr lang="pt-BR" dirty="0"/>
              <a:t>Esquerda (E), Direita (D), Aspirar (A)</a:t>
            </a:r>
          </a:p>
          <a:p>
            <a:pPr marL="0" indent="0">
              <a:buNone/>
            </a:pPr>
            <a:r>
              <a:rPr lang="pt-BR" b="1" dirty="0">
                <a:solidFill>
                  <a:srgbClr val="000050"/>
                </a:solidFill>
              </a:rPr>
              <a:t>                                 </a:t>
            </a:r>
            <a:r>
              <a:rPr lang="pt-BR" dirty="0"/>
              <a:t>Todas as posições estão limpas?</a:t>
            </a:r>
          </a:p>
          <a:p>
            <a:pPr marL="0" indent="0">
              <a:buNone/>
            </a:pPr>
            <a:r>
              <a:rPr lang="pt-BR" b="1" dirty="0">
                <a:solidFill>
                  <a:srgbClr val="000050"/>
                </a:solidFill>
              </a:rPr>
              <a:t>                                   </a:t>
            </a:r>
            <a:r>
              <a:rPr lang="pt-BR" dirty="0"/>
              <a:t>1 cada passo</a:t>
            </a:r>
          </a:p>
        </p:txBody>
      </p:sp>
    </p:spTree>
    <p:extLst>
      <p:ext uri="{BB962C8B-B14F-4D97-AF65-F5344CB8AC3E}">
        <p14:creationId xmlns:p14="http://schemas.microsoft.com/office/powerpoint/2010/main" val="2724521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609CC7-4612-12E4-C220-89DD1FBA9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EXEMPLO: 8 RAINHAS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2C99C86-9BF5-BDDC-FF89-43DADDEEB0FE}"/>
              </a:ext>
            </a:extLst>
          </p:cNvPr>
          <p:cNvSpPr/>
          <p:nvPr/>
        </p:nvSpPr>
        <p:spPr>
          <a:xfrm>
            <a:off x="1657350" y="1847850"/>
            <a:ext cx="438150" cy="4381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6F652C5-20AA-375E-3105-AD1904863955}"/>
              </a:ext>
            </a:extLst>
          </p:cNvPr>
          <p:cNvSpPr/>
          <p:nvPr/>
        </p:nvSpPr>
        <p:spPr>
          <a:xfrm>
            <a:off x="2095500" y="1847850"/>
            <a:ext cx="438150" cy="4381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BDA5137-E6E4-2E67-D62F-2969BD1BE4BA}"/>
              </a:ext>
            </a:extLst>
          </p:cNvPr>
          <p:cNvSpPr/>
          <p:nvPr/>
        </p:nvSpPr>
        <p:spPr>
          <a:xfrm>
            <a:off x="2533650" y="1847850"/>
            <a:ext cx="438150" cy="4381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84A3F06-DE19-03AB-3C96-05891FAC7E3B}"/>
              </a:ext>
            </a:extLst>
          </p:cNvPr>
          <p:cNvSpPr/>
          <p:nvPr/>
        </p:nvSpPr>
        <p:spPr>
          <a:xfrm>
            <a:off x="2971800" y="1847850"/>
            <a:ext cx="438150" cy="4381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400D15A-9929-7822-BF73-A60BD488F29C}"/>
              </a:ext>
            </a:extLst>
          </p:cNvPr>
          <p:cNvSpPr/>
          <p:nvPr/>
        </p:nvSpPr>
        <p:spPr>
          <a:xfrm>
            <a:off x="3409950" y="1847850"/>
            <a:ext cx="438150" cy="4381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E9666DF-14F6-B455-2177-111761775C84}"/>
              </a:ext>
            </a:extLst>
          </p:cNvPr>
          <p:cNvSpPr/>
          <p:nvPr/>
        </p:nvSpPr>
        <p:spPr>
          <a:xfrm>
            <a:off x="3848100" y="1847850"/>
            <a:ext cx="438150" cy="4381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C3B3E0E-A4EB-7BAC-79A6-45BD15A005B7}"/>
              </a:ext>
            </a:extLst>
          </p:cNvPr>
          <p:cNvSpPr/>
          <p:nvPr/>
        </p:nvSpPr>
        <p:spPr>
          <a:xfrm>
            <a:off x="4286250" y="1847850"/>
            <a:ext cx="438150" cy="4381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002FE0B-3282-FECE-3EF4-796DCED47344}"/>
              </a:ext>
            </a:extLst>
          </p:cNvPr>
          <p:cNvSpPr/>
          <p:nvPr/>
        </p:nvSpPr>
        <p:spPr>
          <a:xfrm>
            <a:off x="4724400" y="1847850"/>
            <a:ext cx="438150" cy="4381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77C8355-8D04-3054-A954-A0CFB72E5E78}"/>
              </a:ext>
            </a:extLst>
          </p:cNvPr>
          <p:cNvSpPr/>
          <p:nvPr/>
        </p:nvSpPr>
        <p:spPr>
          <a:xfrm>
            <a:off x="1657350" y="2286000"/>
            <a:ext cx="438150" cy="4381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BAB778AF-8410-A1F3-1E5E-71CBADE0EEEE}"/>
              </a:ext>
            </a:extLst>
          </p:cNvPr>
          <p:cNvSpPr/>
          <p:nvPr/>
        </p:nvSpPr>
        <p:spPr>
          <a:xfrm>
            <a:off x="2095500" y="2286000"/>
            <a:ext cx="438150" cy="4381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E865F11A-35ED-BF56-DCBB-1AE410956194}"/>
              </a:ext>
            </a:extLst>
          </p:cNvPr>
          <p:cNvSpPr/>
          <p:nvPr/>
        </p:nvSpPr>
        <p:spPr>
          <a:xfrm>
            <a:off x="2533650" y="2286000"/>
            <a:ext cx="438150" cy="4381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297C5566-D2E8-2342-5651-CAAF74318C44}"/>
              </a:ext>
            </a:extLst>
          </p:cNvPr>
          <p:cNvSpPr/>
          <p:nvPr/>
        </p:nvSpPr>
        <p:spPr>
          <a:xfrm>
            <a:off x="2971800" y="2286000"/>
            <a:ext cx="438150" cy="4381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50492EEF-C01D-80BA-F8D7-0E9194A754AF}"/>
              </a:ext>
            </a:extLst>
          </p:cNvPr>
          <p:cNvSpPr/>
          <p:nvPr/>
        </p:nvSpPr>
        <p:spPr>
          <a:xfrm>
            <a:off x="3409950" y="2286000"/>
            <a:ext cx="438150" cy="4381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6129D829-CBD6-1FC7-9ED2-1CC6999E021F}"/>
              </a:ext>
            </a:extLst>
          </p:cNvPr>
          <p:cNvSpPr/>
          <p:nvPr/>
        </p:nvSpPr>
        <p:spPr>
          <a:xfrm>
            <a:off x="3848100" y="2286000"/>
            <a:ext cx="438150" cy="4381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DBA3CC20-BFC0-FA70-B7FF-96E7890AA326}"/>
              </a:ext>
            </a:extLst>
          </p:cNvPr>
          <p:cNvSpPr/>
          <p:nvPr/>
        </p:nvSpPr>
        <p:spPr>
          <a:xfrm>
            <a:off x="4286250" y="2286000"/>
            <a:ext cx="438150" cy="4381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AB481628-F3FA-972C-517E-3E223224661A}"/>
              </a:ext>
            </a:extLst>
          </p:cNvPr>
          <p:cNvSpPr/>
          <p:nvPr/>
        </p:nvSpPr>
        <p:spPr>
          <a:xfrm>
            <a:off x="4724400" y="2286000"/>
            <a:ext cx="438150" cy="4381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E6012119-D81D-BD1E-3762-05E1E31FA231}"/>
              </a:ext>
            </a:extLst>
          </p:cNvPr>
          <p:cNvSpPr/>
          <p:nvPr/>
        </p:nvSpPr>
        <p:spPr>
          <a:xfrm>
            <a:off x="1657350" y="2724150"/>
            <a:ext cx="438150" cy="4381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6783CC94-D2BA-81A7-1C55-FD87B68BE944}"/>
              </a:ext>
            </a:extLst>
          </p:cNvPr>
          <p:cNvSpPr/>
          <p:nvPr/>
        </p:nvSpPr>
        <p:spPr>
          <a:xfrm>
            <a:off x="2095500" y="2724150"/>
            <a:ext cx="438150" cy="4381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E4A090CF-58CA-2683-1FDA-76FE1322A001}"/>
              </a:ext>
            </a:extLst>
          </p:cNvPr>
          <p:cNvSpPr/>
          <p:nvPr/>
        </p:nvSpPr>
        <p:spPr>
          <a:xfrm>
            <a:off x="2533650" y="2724150"/>
            <a:ext cx="438150" cy="4381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6211AD6E-28F9-5BE2-D1F6-E46A401B553C}"/>
              </a:ext>
            </a:extLst>
          </p:cNvPr>
          <p:cNvSpPr/>
          <p:nvPr/>
        </p:nvSpPr>
        <p:spPr>
          <a:xfrm>
            <a:off x="2971800" y="2724150"/>
            <a:ext cx="438150" cy="4381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73C693D6-C242-1F24-B90C-782B28FEE27E}"/>
              </a:ext>
            </a:extLst>
          </p:cNvPr>
          <p:cNvSpPr/>
          <p:nvPr/>
        </p:nvSpPr>
        <p:spPr>
          <a:xfrm>
            <a:off x="3409950" y="2724150"/>
            <a:ext cx="438150" cy="4381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A6995552-C27B-6731-C114-3FB67FA28CB5}"/>
              </a:ext>
            </a:extLst>
          </p:cNvPr>
          <p:cNvSpPr/>
          <p:nvPr/>
        </p:nvSpPr>
        <p:spPr>
          <a:xfrm>
            <a:off x="3848100" y="2724150"/>
            <a:ext cx="438150" cy="4381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6C0F961E-3570-4164-17E0-CDD2D0C6D1E8}"/>
              </a:ext>
            </a:extLst>
          </p:cNvPr>
          <p:cNvSpPr/>
          <p:nvPr/>
        </p:nvSpPr>
        <p:spPr>
          <a:xfrm>
            <a:off x="4286250" y="2724150"/>
            <a:ext cx="438150" cy="4381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CE2C9C2D-2F56-B6DE-1631-8EFE0F65DE84}"/>
              </a:ext>
            </a:extLst>
          </p:cNvPr>
          <p:cNvSpPr/>
          <p:nvPr/>
        </p:nvSpPr>
        <p:spPr>
          <a:xfrm>
            <a:off x="4724400" y="2724150"/>
            <a:ext cx="438150" cy="4381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3AA21E49-6907-C372-7A0E-606C319179CD}"/>
              </a:ext>
            </a:extLst>
          </p:cNvPr>
          <p:cNvSpPr/>
          <p:nvPr/>
        </p:nvSpPr>
        <p:spPr>
          <a:xfrm>
            <a:off x="1657350" y="3162300"/>
            <a:ext cx="438150" cy="4381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9C605CFF-E9C7-900D-9011-A69897B7C2D4}"/>
              </a:ext>
            </a:extLst>
          </p:cNvPr>
          <p:cNvSpPr/>
          <p:nvPr/>
        </p:nvSpPr>
        <p:spPr>
          <a:xfrm>
            <a:off x="2095500" y="3162300"/>
            <a:ext cx="438150" cy="4381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01F54320-D89D-4109-88C5-809738C95CF0}"/>
              </a:ext>
            </a:extLst>
          </p:cNvPr>
          <p:cNvSpPr/>
          <p:nvPr/>
        </p:nvSpPr>
        <p:spPr>
          <a:xfrm>
            <a:off x="2533650" y="3162300"/>
            <a:ext cx="438150" cy="4381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9224A911-ED66-D598-8ADC-09D3F82F0154}"/>
              </a:ext>
            </a:extLst>
          </p:cNvPr>
          <p:cNvSpPr/>
          <p:nvPr/>
        </p:nvSpPr>
        <p:spPr>
          <a:xfrm>
            <a:off x="2971800" y="3162300"/>
            <a:ext cx="438150" cy="4381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092ABE5C-044E-5557-0090-AC118F5877DB}"/>
              </a:ext>
            </a:extLst>
          </p:cNvPr>
          <p:cNvSpPr/>
          <p:nvPr/>
        </p:nvSpPr>
        <p:spPr>
          <a:xfrm>
            <a:off x="3409950" y="3162300"/>
            <a:ext cx="438150" cy="4381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8CCCF67A-2DAF-2307-8F2C-184BAB072623}"/>
              </a:ext>
            </a:extLst>
          </p:cNvPr>
          <p:cNvSpPr/>
          <p:nvPr/>
        </p:nvSpPr>
        <p:spPr>
          <a:xfrm>
            <a:off x="3848100" y="3162300"/>
            <a:ext cx="438150" cy="4381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CCAC5C68-594B-0A94-C968-F7B6AAE9707C}"/>
              </a:ext>
            </a:extLst>
          </p:cNvPr>
          <p:cNvSpPr/>
          <p:nvPr/>
        </p:nvSpPr>
        <p:spPr>
          <a:xfrm>
            <a:off x="4286250" y="3162300"/>
            <a:ext cx="438150" cy="4381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034411A6-D4C0-3C1E-5FEF-1501D842733F}"/>
              </a:ext>
            </a:extLst>
          </p:cNvPr>
          <p:cNvSpPr/>
          <p:nvPr/>
        </p:nvSpPr>
        <p:spPr>
          <a:xfrm>
            <a:off x="4724400" y="3162300"/>
            <a:ext cx="438150" cy="4381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FA13ABED-2972-F718-B954-2BDCC2FCD140}"/>
              </a:ext>
            </a:extLst>
          </p:cNvPr>
          <p:cNvSpPr/>
          <p:nvPr/>
        </p:nvSpPr>
        <p:spPr>
          <a:xfrm>
            <a:off x="1657350" y="3600450"/>
            <a:ext cx="438150" cy="4381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1CA827A8-E1F0-E3A0-D01A-DE524F35471B}"/>
              </a:ext>
            </a:extLst>
          </p:cNvPr>
          <p:cNvSpPr/>
          <p:nvPr/>
        </p:nvSpPr>
        <p:spPr>
          <a:xfrm>
            <a:off x="2095500" y="3600450"/>
            <a:ext cx="438150" cy="4381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1C337323-FACE-FE7F-731B-7B3BA9BC8762}"/>
              </a:ext>
            </a:extLst>
          </p:cNvPr>
          <p:cNvSpPr/>
          <p:nvPr/>
        </p:nvSpPr>
        <p:spPr>
          <a:xfrm>
            <a:off x="2533650" y="3600450"/>
            <a:ext cx="438150" cy="4381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2706CEC8-E180-4E09-7360-518315287E0D}"/>
              </a:ext>
            </a:extLst>
          </p:cNvPr>
          <p:cNvSpPr/>
          <p:nvPr/>
        </p:nvSpPr>
        <p:spPr>
          <a:xfrm>
            <a:off x="2971800" y="3600450"/>
            <a:ext cx="438150" cy="4381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9155882D-E21A-526D-5565-A12DD6427770}"/>
              </a:ext>
            </a:extLst>
          </p:cNvPr>
          <p:cNvSpPr/>
          <p:nvPr/>
        </p:nvSpPr>
        <p:spPr>
          <a:xfrm>
            <a:off x="3409950" y="3600450"/>
            <a:ext cx="438150" cy="4381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1AA742F3-B8AF-9A4D-B127-E041DA621812}"/>
              </a:ext>
            </a:extLst>
          </p:cNvPr>
          <p:cNvSpPr/>
          <p:nvPr/>
        </p:nvSpPr>
        <p:spPr>
          <a:xfrm>
            <a:off x="3848100" y="3600450"/>
            <a:ext cx="438150" cy="4381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6AF3EF60-0C0D-60F2-8681-A88DBB48B85A}"/>
              </a:ext>
            </a:extLst>
          </p:cNvPr>
          <p:cNvSpPr/>
          <p:nvPr/>
        </p:nvSpPr>
        <p:spPr>
          <a:xfrm>
            <a:off x="4286250" y="3600450"/>
            <a:ext cx="438150" cy="4381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4968F344-44D4-BBBE-0794-357C730EAE8E}"/>
              </a:ext>
            </a:extLst>
          </p:cNvPr>
          <p:cNvSpPr/>
          <p:nvPr/>
        </p:nvSpPr>
        <p:spPr>
          <a:xfrm>
            <a:off x="4724400" y="3600450"/>
            <a:ext cx="438150" cy="4381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66407CB7-1AAB-697B-D84C-3CD73DC57188}"/>
              </a:ext>
            </a:extLst>
          </p:cNvPr>
          <p:cNvSpPr/>
          <p:nvPr/>
        </p:nvSpPr>
        <p:spPr>
          <a:xfrm>
            <a:off x="1657350" y="4038600"/>
            <a:ext cx="438150" cy="4381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9AAA1693-3EE0-7A44-1E04-8FEB2616BF59}"/>
              </a:ext>
            </a:extLst>
          </p:cNvPr>
          <p:cNvSpPr/>
          <p:nvPr/>
        </p:nvSpPr>
        <p:spPr>
          <a:xfrm>
            <a:off x="2095500" y="4038600"/>
            <a:ext cx="438150" cy="4381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2E481B85-104D-E242-73F7-4A8A2FB594F3}"/>
              </a:ext>
            </a:extLst>
          </p:cNvPr>
          <p:cNvSpPr/>
          <p:nvPr/>
        </p:nvSpPr>
        <p:spPr>
          <a:xfrm>
            <a:off x="2533650" y="4038600"/>
            <a:ext cx="438150" cy="4381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507CA832-7998-6164-3A29-FE0BDCA7E5B7}"/>
              </a:ext>
            </a:extLst>
          </p:cNvPr>
          <p:cNvSpPr/>
          <p:nvPr/>
        </p:nvSpPr>
        <p:spPr>
          <a:xfrm>
            <a:off x="2971800" y="4038600"/>
            <a:ext cx="438150" cy="4381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509C9CA5-1B38-C2A5-C51F-4B8776DE84D5}"/>
              </a:ext>
            </a:extLst>
          </p:cNvPr>
          <p:cNvSpPr/>
          <p:nvPr/>
        </p:nvSpPr>
        <p:spPr>
          <a:xfrm>
            <a:off x="3409950" y="4038600"/>
            <a:ext cx="438150" cy="4381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3F6759EF-E915-CC4D-0220-71424D446B60}"/>
              </a:ext>
            </a:extLst>
          </p:cNvPr>
          <p:cNvSpPr/>
          <p:nvPr/>
        </p:nvSpPr>
        <p:spPr>
          <a:xfrm>
            <a:off x="3848100" y="4038600"/>
            <a:ext cx="438150" cy="4381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0" name="Retângulo 59">
            <a:extLst>
              <a:ext uri="{FF2B5EF4-FFF2-40B4-BE49-F238E27FC236}">
                <a16:creationId xmlns:a16="http://schemas.microsoft.com/office/drawing/2014/main" id="{C4459F06-3C81-C447-7D41-7CEF4EAAE8E5}"/>
              </a:ext>
            </a:extLst>
          </p:cNvPr>
          <p:cNvSpPr/>
          <p:nvPr/>
        </p:nvSpPr>
        <p:spPr>
          <a:xfrm>
            <a:off x="4286250" y="4038600"/>
            <a:ext cx="438150" cy="4381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1" name="Retângulo 60">
            <a:extLst>
              <a:ext uri="{FF2B5EF4-FFF2-40B4-BE49-F238E27FC236}">
                <a16:creationId xmlns:a16="http://schemas.microsoft.com/office/drawing/2014/main" id="{2DD13147-CCBF-6350-1EC4-517F6DBEAF56}"/>
              </a:ext>
            </a:extLst>
          </p:cNvPr>
          <p:cNvSpPr/>
          <p:nvPr/>
        </p:nvSpPr>
        <p:spPr>
          <a:xfrm>
            <a:off x="4724400" y="4038600"/>
            <a:ext cx="438150" cy="4381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2" name="Retângulo 61">
            <a:extLst>
              <a:ext uri="{FF2B5EF4-FFF2-40B4-BE49-F238E27FC236}">
                <a16:creationId xmlns:a16="http://schemas.microsoft.com/office/drawing/2014/main" id="{C87860F8-B90A-3850-7B6B-2733F00F5275}"/>
              </a:ext>
            </a:extLst>
          </p:cNvPr>
          <p:cNvSpPr/>
          <p:nvPr/>
        </p:nvSpPr>
        <p:spPr>
          <a:xfrm>
            <a:off x="1657350" y="4476750"/>
            <a:ext cx="438150" cy="4381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3" name="Retângulo 62">
            <a:extLst>
              <a:ext uri="{FF2B5EF4-FFF2-40B4-BE49-F238E27FC236}">
                <a16:creationId xmlns:a16="http://schemas.microsoft.com/office/drawing/2014/main" id="{3CF2CAB5-AE3F-E310-3B5A-482E74CA709E}"/>
              </a:ext>
            </a:extLst>
          </p:cNvPr>
          <p:cNvSpPr/>
          <p:nvPr/>
        </p:nvSpPr>
        <p:spPr>
          <a:xfrm>
            <a:off x="2095500" y="4476750"/>
            <a:ext cx="438150" cy="4381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4" name="Retângulo 63">
            <a:extLst>
              <a:ext uri="{FF2B5EF4-FFF2-40B4-BE49-F238E27FC236}">
                <a16:creationId xmlns:a16="http://schemas.microsoft.com/office/drawing/2014/main" id="{06EFEFA6-A9F8-89FC-C666-88F4BA806AA4}"/>
              </a:ext>
            </a:extLst>
          </p:cNvPr>
          <p:cNvSpPr/>
          <p:nvPr/>
        </p:nvSpPr>
        <p:spPr>
          <a:xfrm>
            <a:off x="2533650" y="4476750"/>
            <a:ext cx="438150" cy="4381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5" name="Retângulo 64">
            <a:extLst>
              <a:ext uri="{FF2B5EF4-FFF2-40B4-BE49-F238E27FC236}">
                <a16:creationId xmlns:a16="http://schemas.microsoft.com/office/drawing/2014/main" id="{9CDD8523-D8DE-0271-3A11-458B7920713F}"/>
              </a:ext>
            </a:extLst>
          </p:cNvPr>
          <p:cNvSpPr/>
          <p:nvPr/>
        </p:nvSpPr>
        <p:spPr>
          <a:xfrm>
            <a:off x="2971800" y="4476750"/>
            <a:ext cx="438150" cy="4381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6" name="Retângulo 65">
            <a:extLst>
              <a:ext uri="{FF2B5EF4-FFF2-40B4-BE49-F238E27FC236}">
                <a16:creationId xmlns:a16="http://schemas.microsoft.com/office/drawing/2014/main" id="{18194D30-A3A5-3706-C402-02BEE7C8001F}"/>
              </a:ext>
            </a:extLst>
          </p:cNvPr>
          <p:cNvSpPr/>
          <p:nvPr/>
        </p:nvSpPr>
        <p:spPr>
          <a:xfrm>
            <a:off x="3409950" y="4476750"/>
            <a:ext cx="438150" cy="4381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7" name="Retângulo 66">
            <a:extLst>
              <a:ext uri="{FF2B5EF4-FFF2-40B4-BE49-F238E27FC236}">
                <a16:creationId xmlns:a16="http://schemas.microsoft.com/office/drawing/2014/main" id="{F3456CAC-350E-F94B-DA16-08D0DA4E0AEE}"/>
              </a:ext>
            </a:extLst>
          </p:cNvPr>
          <p:cNvSpPr/>
          <p:nvPr/>
        </p:nvSpPr>
        <p:spPr>
          <a:xfrm>
            <a:off x="3848100" y="4476750"/>
            <a:ext cx="438150" cy="4381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8" name="Retângulo 67">
            <a:extLst>
              <a:ext uri="{FF2B5EF4-FFF2-40B4-BE49-F238E27FC236}">
                <a16:creationId xmlns:a16="http://schemas.microsoft.com/office/drawing/2014/main" id="{8FEC398E-43C9-DAB2-342E-2F6D1035CA67}"/>
              </a:ext>
            </a:extLst>
          </p:cNvPr>
          <p:cNvSpPr/>
          <p:nvPr/>
        </p:nvSpPr>
        <p:spPr>
          <a:xfrm>
            <a:off x="4286250" y="4476750"/>
            <a:ext cx="438150" cy="4381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9" name="Retângulo 68">
            <a:extLst>
              <a:ext uri="{FF2B5EF4-FFF2-40B4-BE49-F238E27FC236}">
                <a16:creationId xmlns:a16="http://schemas.microsoft.com/office/drawing/2014/main" id="{9C938390-A9D1-D08F-3DE9-5DED442CC16A}"/>
              </a:ext>
            </a:extLst>
          </p:cNvPr>
          <p:cNvSpPr/>
          <p:nvPr/>
        </p:nvSpPr>
        <p:spPr>
          <a:xfrm>
            <a:off x="4724400" y="4476750"/>
            <a:ext cx="438150" cy="4381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70" name="Retângulo 69">
            <a:extLst>
              <a:ext uri="{FF2B5EF4-FFF2-40B4-BE49-F238E27FC236}">
                <a16:creationId xmlns:a16="http://schemas.microsoft.com/office/drawing/2014/main" id="{8241FC08-8BBA-D5AE-AE55-57A021B41D72}"/>
              </a:ext>
            </a:extLst>
          </p:cNvPr>
          <p:cNvSpPr/>
          <p:nvPr/>
        </p:nvSpPr>
        <p:spPr>
          <a:xfrm>
            <a:off x="1657350" y="4914900"/>
            <a:ext cx="438150" cy="4381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71" name="Retângulo 70">
            <a:extLst>
              <a:ext uri="{FF2B5EF4-FFF2-40B4-BE49-F238E27FC236}">
                <a16:creationId xmlns:a16="http://schemas.microsoft.com/office/drawing/2014/main" id="{59AC24F9-AD76-F490-625A-C5CFD9111C76}"/>
              </a:ext>
            </a:extLst>
          </p:cNvPr>
          <p:cNvSpPr/>
          <p:nvPr/>
        </p:nvSpPr>
        <p:spPr>
          <a:xfrm>
            <a:off x="2095500" y="4914900"/>
            <a:ext cx="438150" cy="4381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72" name="Retângulo 71">
            <a:extLst>
              <a:ext uri="{FF2B5EF4-FFF2-40B4-BE49-F238E27FC236}">
                <a16:creationId xmlns:a16="http://schemas.microsoft.com/office/drawing/2014/main" id="{4D6259C9-4F21-2660-89DF-667AA1BACDFB}"/>
              </a:ext>
            </a:extLst>
          </p:cNvPr>
          <p:cNvSpPr/>
          <p:nvPr/>
        </p:nvSpPr>
        <p:spPr>
          <a:xfrm>
            <a:off x="2533650" y="4914900"/>
            <a:ext cx="438150" cy="4381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73" name="Retângulo 72">
            <a:extLst>
              <a:ext uri="{FF2B5EF4-FFF2-40B4-BE49-F238E27FC236}">
                <a16:creationId xmlns:a16="http://schemas.microsoft.com/office/drawing/2014/main" id="{5C02F4FD-06B1-551B-0688-A260881C6B2F}"/>
              </a:ext>
            </a:extLst>
          </p:cNvPr>
          <p:cNvSpPr/>
          <p:nvPr/>
        </p:nvSpPr>
        <p:spPr>
          <a:xfrm>
            <a:off x="2971800" y="4914900"/>
            <a:ext cx="438150" cy="4381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74" name="Retângulo 73">
            <a:extLst>
              <a:ext uri="{FF2B5EF4-FFF2-40B4-BE49-F238E27FC236}">
                <a16:creationId xmlns:a16="http://schemas.microsoft.com/office/drawing/2014/main" id="{40972721-0C9E-EC7A-4F2B-02A27B7A8F6E}"/>
              </a:ext>
            </a:extLst>
          </p:cNvPr>
          <p:cNvSpPr/>
          <p:nvPr/>
        </p:nvSpPr>
        <p:spPr>
          <a:xfrm>
            <a:off x="3409950" y="4914900"/>
            <a:ext cx="438150" cy="4381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75" name="Retângulo 74">
            <a:extLst>
              <a:ext uri="{FF2B5EF4-FFF2-40B4-BE49-F238E27FC236}">
                <a16:creationId xmlns:a16="http://schemas.microsoft.com/office/drawing/2014/main" id="{8A3CD9C2-731A-F1EF-C5B8-66EA6C63106A}"/>
              </a:ext>
            </a:extLst>
          </p:cNvPr>
          <p:cNvSpPr/>
          <p:nvPr/>
        </p:nvSpPr>
        <p:spPr>
          <a:xfrm>
            <a:off x="3848100" y="4914900"/>
            <a:ext cx="438150" cy="4381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76" name="Retângulo 75">
            <a:extLst>
              <a:ext uri="{FF2B5EF4-FFF2-40B4-BE49-F238E27FC236}">
                <a16:creationId xmlns:a16="http://schemas.microsoft.com/office/drawing/2014/main" id="{8E16BE69-F34A-A9E0-9E88-5B82E3099E39}"/>
              </a:ext>
            </a:extLst>
          </p:cNvPr>
          <p:cNvSpPr/>
          <p:nvPr/>
        </p:nvSpPr>
        <p:spPr>
          <a:xfrm>
            <a:off x="4286250" y="4914900"/>
            <a:ext cx="438150" cy="4381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77" name="Retângulo 76">
            <a:extLst>
              <a:ext uri="{FF2B5EF4-FFF2-40B4-BE49-F238E27FC236}">
                <a16:creationId xmlns:a16="http://schemas.microsoft.com/office/drawing/2014/main" id="{E2CF84FE-77AF-B632-FA9E-F0D91FA9C8D9}"/>
              </a:ext>
            </a:extLst>
          </p:cNvPr>
          <p:cNvSpPr/>
          <p:nvPr/>
        </p:nvSpPr>
        <p:spPr>
          <a:xfrm>
            <a:off x="4724400" y="4914900"/>
            <a:ext cx="438150" cy="4381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grpSp>
        <p:nvGrpSpPr>
          <p:cNvPr id="94" name="Agrupar 93">
            <a:extLst>
              <a:ext uri="{FF2B5EF4-FFF2-40B4-BE49-F238E27FC236}">
                <a16:creationId xmlns:a16="http://schemas.microsoft.com/office/drawing/2014/main" id="{186812B9-F33D-A2A8-E439-6D0D58EC3871}"/>
              </a:ext>
            </a:extLst>
          </p:cNvPr>
          <p:cNvGrpSpPr/>
          <p:nvPr/>
        </p:nvGrpSpPr>
        <p:grpSpPr>
          <a:xfrm>
            <a:off x="7280796" y="2374898"/>
            <a:ext cx="1718470" cy="1718470"/>
            <a:chOff x="6926868" y="2247900"/>
            <a:chExt cx="1718470" cy="1718470"/>
          </a:xfrm>
        </p:grpSpPr>
        <p:grpSp>
          <p:nvGrpSpPr>
            <p:cNvPr id="93" name="Agrupar 92">
              <a:extLst>
                <a:ext uri="{FF2B5EF4-FFF2-40B4-BE49-F238E27FC236}">
                  <a16:creationId xmlns:a16="http://schemas.microsoft.com/office/drawing/2014/main" id="{B1588E68-23E4-5F2B-C0BB-788B1D7B9E8C}"/>
                </a:ext>
              </a:extLst>
            </p:cNvPr>
            <p:cNvGrpSpPr/>
            <p:nvPr/>
          </p:nvGrpSpPr>
          <p:grpSpPr>
            <a:xfrm>
              <a:off x="6926868" y="2247900"/>
              <a:ext cx="1718470" cy="1718470"/>
              <a:chOff x="9031565" y="2178906"/>
              <a:chExt cx="1718470" cy="1718470"/>
            </a:xfrm>
          </p:grpSpPr>
          <p:grpSp>
            <p:nvGrpSpPr>
              <p:cNvPr id="92" name="Agrupar 91">
                <a:extLst>
                  <a:ext uri="{FF2B5EF4-FFF2-40B4-BE49-F238E27FC236}">
                    <a16:creationId xmlns:a16="http://schemas.microsoft.com/office/drawing/2014/main" id="{840FA50C-2625-E506-C655-58E47ADAD469}"/>
                  </a:ext>
                </a:extLst>
              </p:cNvPr>
              <p:cNvGrpSpPr/>
              <p:nvPr/>
            </p:nvGrpSpPr>
            <p:grpSpPr>
              <a:xfrm>
                <a:off x="9031565" y="2178906"/>
                <a:ext cx="1718469" cy="1718469"/>
                <a:chOff x="6369050" y="2231231"/>
                <a:chExt cx="1718469" cy="1718469"/>
              </a:xfrm>
            </p:grpSpPr>
            <p:cxnSp>
              <p:nvCxnSpPr>
                <p:cNvPr id="86" name="Conector reto 85">
                  <a:extLst>
                    <a:ext uri="{FF2B5EF4-FFF2-40B4-BE49-F238E27FC236}">
                      <a16:creationId xmlns:a16="http://schemas.microsoft.com/office/drawing/2014/main" id="{FDF9E346-E038-5F4D-9A2F-51A84FF8F4B2}"/>
                    </a:ext>
                  </a:extLst>
                </p:cNvPr>
                <p:cNvCxnSpPr/>
                <p:nvPr/>
              </p:nvCxnSpPr>
              <p:spPr>
                <a:xfrm>
                  <a:off x="6369050" y="2231231"/>
                  <a:ext cx="1718469" cy="1718469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Conector reto 87">
                  <a:extLst>
                    <a:ext uri="{FF2B5EF4-FFF2-40B4-BE49-F238E27FC236}">
                      <a16:creationId xmlns:a16="http://schemas.microsoft.com/office/drawing/2014/main" id="{8749F79D-E16B-ED43-60B1-44706AC87CFA}"/>
                    </a:ext>
                  </a:extLst>
                </p:cNvPr>
                <p:cNvCxnSpPr/>
                <p:nvPr/>
              </p:nvCxnSpPr>
              <p:spPr>
                <a:xfrm flipV="1">
                  <a:off x="6369050" y="2231231"/>
                  <a:ext cx="1718469" cy="1718469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1" name="Agrupar 90">
                <a:extLst>
                  <a:ext uri="{FF2B5EF4-FFF2-40B4-BE49-F238E27FC236}">
                    <a16:creationId xmlns:a16="http://schemas.microsoft.com/office/drawing/2014/main" id="{D1B6BD29-B32D-8E29-DDF2-91270A8648A9}"/>
                  </a:ext>
                </a:extLst>
              </p:cNvPr>
              <p:cNvGrpSpPr/>
              <p:nvPr/>
            </p:nvGrpSpPr>
            <p:grpSpPr>
              <a:xfrm rot="2658144">
                <a:off x="9031566" y="2178907"/>
                <a:ext cx="1718469" cy="1718469"/>
                <a:chOff x="8771964" y="2231231"/>
                <a:chExt cx="1718469" cy="1718469"/>
              </a:xfrm>
            </p:grpSpPr>
            <p:cxnSp>
              <p:nvCxnSpPr>
                <p:cNvPr id="89" name="Conector reto 88">
                  <a:extLst>
                    <a:ext uri="{FF2B5EF4-FFF2-40B4-BE49-F238E27FC236}">
                      <a16:creationId xmlns:a16="http://schemas.microsoft.com/office/drawing/2014/main" id="{9DD2C61B-EDA0-D3DF-E13C-347C1771808B}"/>
                    </a:ext>
                  </a:extLst>
                </p:cNvPr>
                <p:cNvCxnSpPr/>
                <p:nvPr/>
              </p:nvCxnSpPr>
              <p:spPr>
                <a:xfrm>
                  <a:off x="8771964" y="2231231"/>
                  <a:ext cx="1718469" cy="1718469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Conector reto 89">
                  <a:extLst>
                    <a:ext uri="{FF2B5EF4-FFF2-40B4-BE49-F238E27FC236}">
                      <a16:creationId xmlns:a16="http://schemas.microsoft.com/office/drawing/2014/main" id="{77D0882D-34CC-DD29-459C-8D87178286AC}"/>
                    </a:ext>
                  </a:extLst>
                </p:cNvPr>
                <p:cNvCxnSpPr/>
                <p:nvPr/>
              </p:nvCxnSpPr>
              <p:spPr>
                <a:xfrm flipV="1">
                  <a:off x="8771964" y="2231231"/>
                  <a:ext cx="1718469" cy="1718469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82" name="Imagem 81">
              <a:extLst>
                <a:ext uri="{FF2B5EF4-FFF2-40B4-BE49-F238E27FC236}">
                  <a16:creationId xmlns:a16="http://schemas.microsoft.com/office/drawing/2014/main" id="{D41650D3-189B-E479-30DC-0EF7E9BF47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13386" y="2734725"/>
              <a:ext cx="745431" cy="700297"/>
            </a:xfrm>
            <a:prstGeom prst="rect">
              <a:avLst/>
            </a:prstGeom>
            <a:solidFill>
              <a:schemeClr val="bg1"/>
            </a:solidFill>
          </p:spPr>
        </p:pic>
      </p:grpSp>
      <p:pic>
        <p:nvPicPr>
          <p:cNvPr id="99" name="Gráfico 98">
            <a:extLst>
              <a:ext uri="{FF2B5EF4-FFF2-40B4-BE49-F238E27FC236}">
                <a16:creationId xmlns:a16="http://schemas.microsoft.com/office/drawing/2014/main" id="{CCA1906A-6013-A259-9D19-FF595624F4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01568" y="1902618"/>
            <a:ext cx="349715" cy="328613"/>
          </a:xfrm>
          <a:prstGeom prst="rect">
            <a:avLst/>
          </a:prstGeom>
        </p:spPr>
      </p:pic>
      <p:pic>
        <p:nvPicPr>
          <p:cNvPr id="100" name="Gráfico 99">
            <a:extLst>
              <a:ext uri="{FF2B5EF4-FFF2-40B4-BE49-F238E27FC236}">
                <a16:creationId xmlns:a16="http://schemas.microsoft.com/office/drawing/2014/main" id="{B36A5384-4908-85E0-6E6E-5ABEE4C7C6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39717" y="2772825"/>
            <a:ext cx="349715" cy="328613"/>
          </a:xfrm>
          <a:prstGeom prst="rect">
            <a:avLst/>
          </a:prstGeom>
        </p:spPr>
      </p:pic>
      <p:pic>
        <p:nvPicPr>
          <p:cNvPr id="101" name="Gráfico 100">
            <a:extLst>
              <a:ext uri="{FF2B5EF4-FFF2-40B4-BE49-F238E27FC236}">
                <a16:creationId xmlns:a16="http://schemas.microsoft.com/office/drawing/2014/main" id="{51131132-FEC1-0DFC-CA31-95DFF064E7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77867" y="3655218"/>
            <a:ext cx="349715" cy="328613"/>
          </a:xfrm>
          <a:prstGeom prst="rect">
            <a:avLst/>
          </a:prstGeom>
        </p:spPr>
      </p:pic>
      <p:pic>
        <p:nvPicPr>
          <p:cNvPr id="102" name="Gráfico 101">
            <a:extLst>
              <a:ext uri="{FF2B5EF4-FFF2-40B4-BE49-F238E27FC236}">
                <a16:creationId xmlns:a16="http://schemas.microsoft.com/office/drawing/2014/main" id="{9CF51067-4897-1BCF-F92E-4EADB9E6B0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16017" y="4531518"/>
            <a:ext cx="349715" cy="328613"/>
          </a:xfrm>
          <a:prstGeom prst="rect">
            <a:avLst/>
          </a:prstGeom>
        </p:spPr>
      </p:pic>
      <p:pic>
        <p:nvPicPr>
          <p:cNvPr id="103" name="Gráfico 102">
            <a:extLst>
              <a:ext uri="{FF2B5EF4-FFF2-40B4-BE49-F238E27FC236}">
                <a16:creationId xmlns:a16="http://schemas.microsoft.com/office/drawing/2014/main" id="{31A37B26-217F-38FC-BC6B-DBD67353FF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3281" y="2335339"/>
            <a:ext cx="349715" cy="328613"/>
          </a:xfrm>
          <a:prstGeom prst="rect">
            <a:avLst/>
          </a:prstGeom>
        </p:spPr>
      </p:pic>
      <p:pic>
        <p:nvPicPr>
          <p:cNvPr id="104" name="Gráfico 103">
            <a:extLst>
              <a:ext uri="{FF2B5EF4-FFF2-40B4-BE49-F238E27FC236}">
                <a16:creationId xmlns:a16="http://schemas.microsoft.com/office/drawing/2014/main" id="{AF59796E-998C-D7DF-8BA7-430FF0653A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92317" y="3217068"/>
            <a:ext cx="349715" cy="328613"/>
          </a:xfrm>
          <a:prstGeom prst="rect">
            <a:avLst/>
          </a:prstGeom>
        </p:spPr>
      </p:pic>
      <p:pic>
        <p:nvPicPr>
          <p:cNvPr id="105" name="Gráfico 104">
            <a:extLst>
              <a:ext uri="{FF2B5EF4-FFF2-40B4-BE49-F238E27FC236}">
                <a16:creationId xmlns:a16="http://schemas.microsoft.com/office/drawing/2014/main" id="{4FDFE1A9-FC15-9451-2271-29B68FB1B4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0467" y="4093368"/>
            <a:ext cx="349715" cy="328613"/>
          </a:xfrm>
          <a:prstGeom prst="rect">
            <a:avLst/>
          </a:prstGeom>
        </p:spPr>
      </p:pic>
      <p:pic>
        <p:nvPicPr>
          <p:cNvPr id="106" name="Gráfico 105">
            <a:extLst>
              <a:ext uri="{FF2B5EF4-FFF2-40B4-BE49-F238E27FC236}">
                <a16:creationId xmlns:a16="http://schemas.microsoft.com/office/drawing/2014/main" id="{EFEDF328-2C86-422F-F0C8-0A2CF4DF9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8617" y="4969668"/>
            <a:ext cx="349715" cy="32861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7" name="Tinta 106">
                <a:extLst>
                  <a:ext uri="{FF2B5EF4-FFF2-40B4-BE49-F238E27FC236}">
                    <a16:creationId xmlns:a16="http://schemas.microsoft.com/office/drawing/2014/main" id="{23B367AC-FE66-35E0-BC6B-692A49F8D352}"/>
                  </a:ext>
                </a:extLst>
              </p14:cNvPr>
              <p14:cNvContentPartPr/>
              <p14:nvPr/>
            </p14:nvContentPartPr>
            <p14:xfrm>
              <a:off x="1900560" y="878464"/>
              <a:ext cx="360" cy="360"/>
            </p14:xfrm>
          </p:contentPart>
        </mc:Choice>
        <mc:Fallback xmlns="">
          <p:pic>
            <p:nvPicPr>
              <p:cNvPr id="107" name="Tinta 106">
                <a:extLst>
                  <a:ext uri="{FF2B5EF4-FFF2-40B4-BE49-F238E27FC236}">
                    <a16:creationId xmlns:a16="http://schemas.microsoft.com/office/drawing/2014/main" id="{23B367AC-FE66-35E0-BC6B-692A49F8D35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94440" y="872344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5FC6E49F-0481-FC13-D47B-E8D5EA41402E}"/>
              </a:ext>
            </a:extLst>
          </p:cNvPr>
          <p:cNvSpPr txBox="1"/>
          <p:nvPr/>
        </p:nvSpPr>
        <p:spPr>
          <a:xfrm>
            <a:off x="7019365" y="1488141"/>
            <a:ext cx="2654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MOVIMENTO DA RAINHA</a:t>
            </a:r>
          </a:p>
        </p:txBody>
      </p:sp>
    </p:spTree>
    <p:extLst>
      <p:ext uri="{BB962C8B-B14F-4D97-AF65-F5344CB8AC3E}">
        <p14:creationId xmlns:p14="http://schemas.microsoft.com/office/powerpoint/2010/main" val="2870621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5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5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5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85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95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5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15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25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350"/>
                            </p:stCondLst>
                            <p:childTnLst>
                              <p:par>
                                <p:cTn id="7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45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50"/>
                            </p:stCondLst>
                            <p:childTnLst>
                              <p:par>
                                <p:cTn id="8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650"/>
                            </p:stCondLst>
                            <p:childTnLst>
                              <p:par>
                                <p:cTn id="9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750"/>
                            </p:stCondLst>
                            <p:childTnLst>
                              <p:par>
                                <p:cTn id="10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850"/>
                            </p:stCondLst>
                            <p:childTnLst>
                              <p:par>
                                <p:cTn id="10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950"/>
                            </p:stCondLst>
                            <p:childTnLst>
                              <p:par>
                                <p:cTn id="1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2050"/>
                            </p:stCondLst>
                            <p:childTnLst>
                              <p:par>
                                <p:cTn id="1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150"/>
                            </p:stCondLst>
                            <p:childTnLst>
                              <p:par>
                                <p:cTn id="1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250"/>
                            </p:stCondLst>
                            <p:childTnLst>
                              <p:par>
                                <p:cTn id="1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350"/>
                            </p:stCondLst>
                            <p:childTnLst>
                              <p:par>
                                <p:cTn id="1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450"/>
                            </p:stCondLst>
                            <p:childTnLst>
                              <p:par>
                                <p:cTn id="1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2550"/>
                            </p:stCondLst>
                            <p:childTnLst>
                              <p:par>
                                <p:cTn id="14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2650"/>
                            </p:stCondLst>
                            <p:childTnLst>
                              <p:par>
                                <p:cTn id="15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2750"/>
                            </p:stCondLst>
                            <p:childTnLst>
                              <p:par>
                                <p:cTn id="16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2850"/>
                            </p:stCondLst>
                            <p:childTnLst>
                              <p:par>
                                <p:cTn id="16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2950"/>
                            </p:stCondLst>
                            <p:childTnLst>
                              <p:par>
                                <p:cTn id="17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1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1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3050"/>
                            </p:stCondLst>
                            <p:childTnLst>
                              <p:par>
                                <p:cTn id="17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1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2" dur="1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1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3150"/>
                            </p:stCondLst>
                            <p:childTnLst>
                              <p:par>
                                <p:cTn id="18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3250"/>
                            </p:stCondLst>
                            <p:childTnLst>
                              <p:par>
                                <p:cTn id="19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1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1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3350"/>
                            </p:stCondLst>
                            <p:childTnLst>
                              <p:par>
                                <p:cTn id="19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1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1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1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3450"/>
                            </p:stCondLst>
                            <p:childTnLst>
                              <p:par>
                                <p:cTn id="20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1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1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1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3550"/>
                            </p:stCondLst>
                            <p:childTnLst>
                              <p:par>
                                <p:cTn id="20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1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2" dur="1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1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3650"/>
                            </p:stCondLst>
                            <p:childTnLst>
                              <p:par>
                                <p:cTn id="2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1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1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1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3750"/>
                            </p:stCondLst>
                            <p:childTnLst>
                              <p:par>
                                <p:cTn id="2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1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4" dur="1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1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3850"/>
                            </p:stCondLst>
                            <p:childTnLst>
                              <p:par>
                                <p:cTn id="2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1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0" dur="1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1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3950"/>
                            </p:stCondLst>
                            <p:childTnLst>
                              <p:par>
                                <p:cTn id="2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1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6" dur="1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1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4050"/>
                            </p:stCondLst>
                            <p:childTnLst>
                              <p:par>
                                <p:cTn id="2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1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2" dur="1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1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4150"/>
                            </p:stCondLst>
                            <p:childTnLst>
                              <p:par>
                                <p:cTn id="2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1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1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1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4250"/>
                            </p:stCondLst>
                            <p:childTnLst>
                              <p:par>
                                <p:cTn id="2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1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1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1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4350"/>
                            </p:stCondLst>
                            <p:childTnLst>
                              <p:par>
                                <p:cTn id="2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1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0" dur="1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1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4450"/>
                            </p:stCondLst>
                            <p:childTnLst>
                              <p:par>
                                <p:cTn id="26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1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6" dur="1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1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4550"/>
                            </p:stCondLst>
                            <p:childTnLst>
                              <p:par>
                                <p:cTn id="26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1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2" dur="1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1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4650"/>
                            </p:stCondLst>
                            <p:childTnLst>
                              <p:par>
                                <p:cTn id="27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1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8" dur="1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9" dur="1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4750"/>
                            </p:stCondLst>
                            <p:childTnLst>
                              <p:par>
                                <p:cTn id="28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1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4" dur="1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5" dur="1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4850"/>
                            </p:stCondLst>
                            <p:childTnLst>
                              <p:par>
                                <p:cTn id="28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1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1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1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4950"/>
                            </p:stCondLst>
                            <p:childTnLst>
                              <p:par>
                                <p:cTn id="29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1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6" dur="1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7" dur="1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5050"/>
                            </p:stCondLst>
                            <p:childTnLst>
                              <p:par>
                                <p:cTn id="29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1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2" dur="1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3" dur="1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5150"/>
                            </p:stCondLst>
                            <p:childTnLst>
                              <p:par>
                                <p:cTn id="30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1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8" dur="1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1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5250"/>
                            </p:stCondLst>
                            <p:childTnLst>
                              <p:par>
                                <p:cTn id="3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1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4" dur="1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5" dur="1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6" fill="hold">
                            <p:stCondLst>
                              <p:cond delay="5350"/>
                            </p:stCondLst>
                            <p:childTnLst>
                              <p:par>
                                <p:cTn id="3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1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0" dur="1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1" dur="1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5450"/>
                            </p:stCondLst>
                            <p:childTnLst>
                              <p:par>
                                <p:cTn id="3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1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6" dur="1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7" dur="1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5550"/>
                            </p:stCondLst>
                            <p:childTnLst>
                              <p:par>
                                <p:cTn id="3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1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2" dur="1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1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5650"/>
                            </p:stCondLst>
                            <p:childTnLst>
                              <p:par>
                                <p:cTn id="3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1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8" dur="1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9" dur="1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5750"/>
                            </p:stCondLst>
                            <p:childTnLst>
                              <p:par>
                                <p:cTn id="3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1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4" dur="1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5" dur="1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850"/>
                            </p:stCondLst>
                            <p:childTnLst>
                              <p:par>
                                <p:cTn id="3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1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0" dur="1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1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2" fill="hold">
                            <p:stCondLst>
                              <p:cond delay="5950"/>
                            </p:stCondLst>
                            <p:childTnLst>
                              <p:par>
                                <p:cTn id="3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5" dur="1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6" dur="1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7" dur="1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6050"/>
                            </p:stCondLst>
                            <p:childTnLst>
                              <p:par>
                                <p:cTn id="3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1" dur="1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2" dur="1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3" dur="1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6150"/>
                            </p:stCondLst>
                            <p:childTnLst>
                              <p:par>
                                <p:cTn id="3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1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8" dur="1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9" dur="1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0" fill="hold">
                            <p:stCondLst>
                              <p:cond delay="6250"/>
                            </p:stCondLst>
                            <p:childTnLst>
                              <p:par>
                                <p:cTn id="37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1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4" dur="1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1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6" fill="hold">
                            <p:stCondLst>
                              <p:cond delay="6350"/>
                            </p:stCondLst>
                            <p:childTnLst>
                              <p:par>
                                <p:cTn id="37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9" dur="1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0" dur="1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1" dur="1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2" fill="hold">
                            <p:stCondLst>
                              <p:cond delay="6450"/>
                            </p:stCondLst>
                            <p:childTnLst>
                              <p:par>
                                <p:cTn id="3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5" dur="1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6" dur="1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7" dur="1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8" fill="hold">
                            <p:stCondLst>
                              <p:cond delay="6550"/>
                            </p:stCondLst>
                            <p:childTnLst>
                              <p:par>
                                <p:cTn id="3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2" fill="hold">
                      <p:stCondLst>
                        <p:cond delay="indefinite"/>
                      </p:stCondLst>
                      <p:childTnLst>
                        <p:par>
                          <p:cTn id="393" fill="hold">
                            <p:stCondLst>
                              <p:cond delay="0"/>
                            </p:stCondLst>
                            <p:childTnLst>
                              <p:par>
                                <p:cTn id="394" presetID="53" presetClass="entr" presetSubtype="16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6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7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8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9" fill="hold">
                            <p:stCondLst>
                              <p:cond delay="1250"/>
                            </p:stCondLst>
                            <p:childTnLst>
                              <p:par>
                                <p:cTn id="400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2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4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5" fill="hold">
                            <p:stCondLst>
                              <p:cond delay="2500"/>
                            </p:stCondLst>
                            <p:childTnLst>
                              <p:par>
                                <p:cTn id="406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8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9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0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3750"/>
                            </p:stCondLst>
                            <p:childTnLst>
                              <p:par>
                                <p:cTn id="412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4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5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6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7" fill="hold">
                            <p:stCondLst>
                              <p:cond delay="5000"/>
                            </p:stCondLst>
                            <p:childTnLst>
                              <p:par>
                                <p:cTn id="418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0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2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3" fill="hold">
                            <p:stCondLst>
                              <p:cond delay="6250"/>
                            </p:stCondLst>
                            <p:childTnLst>
                              <p:par>
                                <p:cTn id="424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6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7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8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9" fill="hold">
                            <p:stCondLst>
                              <p:cond delay="7500"/>
                            </p:stCondLst>
                            <p:childTnLst>
                              <p:par>
                                <p:cTn id="430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2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3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4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5" fill="hold">
                            <p:stCondLst>
                              <p:cond delay="8750"/>
                            </p:stCondLst>
                            <p:childTnLst>
                              <p:par>
                                <p:cTn id="436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8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9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0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DF422A95-EBB7-749E-B2D1-B4D5F6D09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EXEMPLO: 8 RAINHAS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8D6CF4C-8055-201B-BD64-38930DBE3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>
                <a:solidFill>
                  <a:srgbClr val="000050"/>
                </a:solidFill>
              </a:rPr>
              <a:t>Estados</a:t>
            </a:r>
            <a:r>
              <a:rPr lang="pt-BR" dirty="0"/>
              <a:t>: </a:t>
            </a:r>
          </a:p>
          <a:p>
            <a:r>
              <a:rPr lang="pt-BR" b="1" dirty="0">
                <a:solidFill>
                  <a:srgbClr val="000050"/>
                </a:solidFill>
              </a:rPr>
              <a:t>Estado inicial</a:t>
            </a:r>
            <a:r>
              <a:rPr lang="pt-BR" dirty="0"/>
              <a:t>: </a:t>
            </a:r>
          </a:p>
          <a:p>
            <a:r>
              <a:rPr lang="pt-BR" b="1" dirty="0">
                <a:solidFill>
                  <a:srgbClr val="000050"/>
                </a:solidFill>
              </a:rPr>
              <a:t>Ações</a:t>
            </a:r>
            <a:r>
              <a:rPr lang="pt-BR" dirty="0"/>
              <a:t>: </a:t>
            </a:r>
          </a:p>
          <a:p>
            <a:r>
              <a:rPr lang="pt-BR" b="1" dirty="0">
                <a:solidFill>
                  <a:srgbClr val="000050"/>
                </a:solidFill>
              </a:rPr>
              <a:t>Teste de objetivo</a:t>
            </a:r>
            <a:r>
              <a:rPr lang="pt-BR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3">
                <a:extLst>
                  <a:ext uri="{FF2B5EF4-FFF2-40B4-BE49-F238E27FC236}">
                    <a16:creationId xmlns:a16="http://schemas.microsoft.com/office/drawing/2014/main" id="{0C71FB76-1360-E729-F0FA-A1593850C32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2935" y="1825625"/>
                <a:ext cx="1037039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pt-BR" dirty="0"/>
                  <a:t>                  Qualquer disposição de 0 a 8 rainhas.</a:t>
                </a:r>
              </a:p>
              <a:p>
                <a:pPr marL="0" indent="0">
                  <a:buNone/>
                </a:pPr>
                <a:r>
                  <a:rPr lang="pt-BR" b="1" dirty="0">
                    <a:solidFill>
                      <a:srgbClr val="000050"/>
                    </a:solidFill>
                  </a:rPr>
                  <a:t>                           </a:t>
                </a:r>
                <a:r>
                  <a:rPr lang="pt-BR" dirty="0"/>
                  <a:t>Nenhuma rainha .</a:t>
                </a:r>
              </a:p>
              <a:p>
                <a:pPr marL="0" indent="0">
                  <a:buNone/>
                </a:pPr>
                <a:r>
                  <a:rPr lang="pt-BR" b="1" dirty="0">
                    <a:solidFill>
                      <a:srgbClr val="000050"/>
                    </a:solidFill>
                  </a:rPr>
                  <a:t>               </a:t>
                </a:r>
                <a:r>
                  <a:rPr lang="pt-BR" dirty="0"/>
                  <a:t>Colocar mais uma rainha.</a:t>
                </a:r>
              </a:p>
              <a:p>
                <a:pPr marL="0" indent="0">
                  <a:buNone/>
                </a:pPr>
                <a:r>
                  <a:rPr lang="pt-BR" b="1" dirty="0">
                    <a:solidFill>
                      <a:srgbClr val="000050"/>
                    </a:solidFill>
                  </a:rPr>
                  <a:t>                                 </a:t>
                </a:r>
                <a:r>
                  <a:rPr lang="pt-BR" dirty="0"/>
                  <a:t>8 rainhas, 0 ataques.</a:t>
                </a:r>
              </a:p>
              <a:p>
                <a:pPr marL="0" indent="0">
                  <a:buNone/>
                </a:pPr>
                <a:r>
                  <a:rPr lang="pt-BR" dirty="0">
                    <a:solidFill>
                      <a:srgbClr val="FF0000"/>
                    </a:solidFill>
                  </a:rPr>
                  <a:t>OBS:</a:t>
                </a:r>
                <a:r>
                  <a:rPr lang="pt-BR" dirty="0"/>
                  <a:t> </a:t>
                </a:r>
              </a:p>
              <a:p>
                <a:pPr marL="0" indent="0">
                  <a:buNone/>
                </a:pPr>
                <a:r>
                  <a:rPr lang="pt-BR" dirty="0"/>
                  <a:t>1º – Rainha  temos 64p</a:t>
                </a:r>
              </a:p>
              <a:p>
                <a:pPr marL="0" indent="0">
                  <a:buNone/>
                </a:pPr>
                <a:r>
                  <a:rPr lang="pt-BR" dirty="0"/>
                  <a:t>2º – Rainha temos 63p ...</a:t>
                </a:r>
              </a:p>
              <a:p>
                <a:pPr marL="0" indent="0">
                  <a:buNone/>
                </a:pPr>
                <a:r>
                  <a:rPr lang="pt-BR" dirty="0"/>
                  <a:t>Ao final temos: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</m:oMath>
                </a14:m>
                <a:r>
                  <a:rPr lang="pt-BR" dirty="0"/>
                  <a:t>p.</a:t>
                </a:r>
              </a:p>
            </p:txBody>
          </p:sp>
        </mc:Choice>
        <mc:Fallback xmlns="">
          <p:sp>
            <p:nvSpPr>
              <p:cNvPr id="6" name="Espaço Reservado para Conteúdo 3">
                <a:extLst>
                  <a:ext uri="{FF2B5EF4-FFF2-40B4-BE49-F238E27FC236}">
                    <a16:creationId xmlns:a16="http://schemas.microsoft.com/office/drawing/2014/main" id="{0C71FB76-1360-E729-F0FA-A1593850C3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935" y="1825625"/>
                <a:ext cx="10370390" cy="4351338"/>
              </a:xfrm>
              <a:prstGeom prst="rect">
                <a:avLst/>
              </a:prstGeom>
              <a:blipFill>
                <a:blip r:embed="rId3"/>
                <a:stretch>
                  <a:fillRect l="-1235" t="-23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9849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2D2415-AC50-6D60-F7F2-842743E42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EXEMPLO: 8 RAINHAS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86ED36-0B72-C2D1-E284-F231C7F68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Estados</a:t>
            </a:r>
            <a:r>
              <a:rPr lang="pt-BR" dirty="0"/>
              <a:t>: n rainhas nas n primeiras colunas, sem ataque.</a:t>
            </a:r>
          </a:p>
          <a:p>
            <a:r>
              <a:rPr lang="pt-BR" b="1" dirty="0"/>
              <a:t>Ações</a:t>
            </a:r>
            <a:r>
              <a:rPr lang="pt-BR" dirty="0"/>
              <a:t>: colocar uma rainha na próxima coluna, sem ataque.</a:t>
            </a:r>
          </a:p>
          <a:p>
            <a:r>
              <a:rPr lang="pt-BR" b="1" dirty="0"/>
              <a:t>Nesse caso</a:t>
            </a:r>
            <a:r>
              <a:rPr lang="pt-BR" dirty="0"/>
              <a:t> </a:t>
            </a:r>
            <a:r>
              <a:rPr lang="pt-BR" b="1" dirty="0"/>
              <a:t>temos:</a:t>
            </a:r>
            <a:r>
              <a:rPr lang="pt-BR" dirty="0"/>
              <a:t> 2.057 estados possíveis.</a:t>
            </a:r>
          </a:p>
        </p:txBody>
      </p:sp>
    </p:spTree>
    <p:extLst>
      <p:ext uri="{BB962C8B-B14F-4D97-AF65-F5344CB8AC3E}">
        <p14:creationId xmlns:p14="http://schemas.microsoft.com/office/powerpoint/2010/main" val="2321793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FAF0DD-B4F1-C3E3-F82F-855926832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ÁRVORE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5CDC5A-5B64-BC0A-4E57-9F331B01C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>
                <a:solidFill>
                  <a:srgbClr val="000050"/>
                </a:solidFill>
              </a:rPr>
              <a:t>Fronteira</a:t>
            </a:r>
            <a:r>
              <a:rPr lang="pt-BR" dirty="0"/>
              <a:t>: nós a serem expandidos, (começa com o estado inicial)</a:t>
            </a:r>
          </a:p>
          <a:p>
            <a:r>
              <a:rPr lang="pt-BR" dirty="0"/>
              <a:t>A função </a:t>
            </a:r>
            <a:r>
              <a:rPr lang="pt-BR" b="1" dirty="0">
                <a:solidFill>
                  <a:srgbClr val="000050"/>
                </a:solidFill>
              </a:rPr>
              <a:t>Expande</a:t>
            </a:r>
            <a:r>
              <a:rPr lang="pt-BR" dirty="0"/>
              <a:t> cria novos  nó, usando as ações aplicáveis para gerar os estados correspondentes.</a:t>
            </a:r>
          </a:p>
        </p:txBody>
      </p:sp>
    </p:spTree>
    <p:extLst>
      <p:ext uri="{BB962C8B-B14F-4D97-AF65-F5344CB8AC3E}">
        <p14:creationId xmlns:p14="http://schemas.microsoft.com/office/powerpoint/2010/main" val="553974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C6C09D-CCB7-F202-8FC0-C3E8B3CE3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ÁRVORE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4E732F-C191-12D5-38A7-68FD36F5C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t-BR" b="1" dirty="0">
                <a:solidFill>
                  <a:srgbClr val="000050"/>
                </a:solidFill>
              </a:rPr>
              <a:t>Retira</a:t>
            </a:r>
            <a:r>
              <a:rPr lang="pt-BR" dirty="0"/>
              <a:t> o primeiro nó da fronteira ( falha  se vazia)</a:t>
            </a:r>
          </a:p>
          <a:p>
            <a:pPr marL="514350" indent="-514350">
              <a:buFont typeface="+mj-lt"/>
              <a:buAutoNum type="arabicPeriod"/>
            </a:pPr>
            <a:r>
              <a:rPr lang="pt-BR" b="1" dirty="0">
                <a:solidFill>
                  <a:srgbClr val="000050"/>
                </a:solidFill>
              </a:rPr>
              <a:t>Testa</a:t>
            </a:r>
            <a:r>
              <a:rPr lang="pt-BR" dirty="0"/>
              <a:t> se é um estado final (solução):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 dirty="0"/>
              <a:t>Se for, 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 dirty="0"/>
              <a:t>Devolve nó, 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 dirty="0"/>
              <a:t>Sucesso</a:t>
            </a:r>
          </a:p>
          <a:p>
            <a:pPr marL="514350" indent="-514350">
              <a:buFont typeface="+mj-lt"/>
              <a:buAutoNum type="arabicPeriod"/>
            </a:pPr>
            <a:r>
              <a:rPr lang="pt-BR" b="1" dirty="0">
                <a:solidFill>
                  <a:srgbClr val="000050"/>
                </a:solidFill>
              </a:rPr>
              <a:t>Expande</a:t>
            </a:r>
            <a:r>
              <a:rPr lang="pt-BR" dirty="0"/>
              <a:t> nó.</a:t>
            </a:r>
          </a:p>
          <a:p>
            <a:pPr marL="514350" indent="-514350">
              <a:buFont typeface="+mj-lt"/>
              <a:buAutoNum type="arabicPeriod"/>
            </a:pPr>
            <a:r>
              <a:rPr lang="pt-BR" b="1" dirty="0">
                <a:solidFill>
                  <a:srgbClr val="000050"/>
                </a:solidFill>
              </a:rPr>
              <a:t>Insere</a:t>
            </a:r>
            <a:r>
              <a:rPr lang="pt-BR" dirty="0"/>
              <a:t> os nós gerados na fronteira e volta para o passo 1</a:t>
            </a:r>
          </a:p>
        </p:txBody>
      </p:sp>
    </p:spTree>
    <p:extLst>
      <p:ext uri="{BB962C8B-B14F-4D97-AF65-F5344CB8AC3E}">
        <p14:creationId xmlns:p14="http://schemas.microsoft.com/office/powerpoint/2010/main" val="799694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E53BE4-8680-2931-7DE8-96D3E2718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ESTRATÉGIAS DE BUSCA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038883E6-4385-BAB2-FA49-4B4E0FD8D1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1718050"/>
              </p:ext>
            </p:extLst>
          </p:nvPr>
        </p:nvGraphicFramePr>
        <p:xfrm>
          <a:off x="983410" y="1825625"/>
          <a:ext cx="1037039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92593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68586E-3EFF-B5A2-9806-69C780350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</a:t>
            </a:r>
            <a:r>
              <a:rPr lang="pt-BR" u="sng" dirty="0"/>
              <a:t>CEGA</a:t>
            </a:r>
            <a:r>
              <a:rPr lang="pt-BR" dirty="0"/>
              <a:t> (não informada)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4EB6CB-5D0B-A742-C569-FD23582D5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Em Largura</a:t>
            </a:r>
          </a:p>
          <a:p>
            <a:r>
              <a:rPr lang="pt-BR" dirty="0"/>
              <a:t>Em Profundidade</a:t>
            </a:r>
          </a:p>
          <a:p>
            <a:r>
              <a:rPr lang="pt-BR" dirty="0"/>
              <a:t>Profundidade Limitada</a:t>
            </a:r>
          </a:p>
          <a:p>
            <a:r>
              <a:rPr lang="pt-BR" dirty="0"/>
              <a:t>Aprofundamento Iterativo</a:t>
            </a:r>
          </a:p>
        </p:txBody>
      </p:sp>
    </p:spTree>
    <p:extLst>
      <p:ext uri="{BB962C8B-B14F-4D97-AF65-F5344CB8AC3E}">
        <p14:creationId xmlns:p14="http://schemas.microsoft.com/office/powerpoint/2010/main" val="3012567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D530F-40DB-E16E-2BEC-FB728770A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02960F-BBB9-61CE-38B3-F97F135D1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</a:t>
            </a:r>
            <a:r>
              <a:rPr lang="pt-BR" dirty="0">
                <a:solidFill>
                  <a:srgbClr val="FF0000"/>
                </a:solidFill>
              </a:rPr>
              <a:t>LARGURA</a:t>
            </a:r>
            <a:br>
              <a:rPr lang="pt-BR" dirty="0"/>
            </a:br>
            <a:r>
              <a:rPr lang="pt-BR" dirty="0">
                <a:solidFill>
                  <a:srgbClr val="FF0000"/>
                </a:solidFill>
              </a:rPr>
              <a:t>FILA (FIFO)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A70884-0416-74CD-86DA-75DD19F69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10" y="1825624"/>
            <a:ext cx="10370390" cy="498475"/>
          </a:xfrm>
        </p:spPr>
        <p:txBody>
          <a:bodyPr>
            <a:normAutofit/>
          </a:bodyPr>
          <a:lstStyle/>
          <a:p>
            <a:r>
              <a:rPr lang="pt-BR" dirty="0"/>
              <a:t>Nós são expandidos na ordem em que foram criados.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F5C3C5D7-F0CC-BD28-A0FC-BA9B6ED62666}"/>
              </a:ext>
            </a:extLst>
          </p:cNvPr>
          <p:cNvSpPr/>
          <p:nvPr/>
        </p:nvSpPr>
        <p:spPr>
          <a:xfrm>
            <a:off x="5638800" y="2571750"/>
            <a:ext cx="800100" cy="800100"/>
          </a:xfrm>
          <a:prstGeom prst="ellipse">
            <a:avLst/>
          </a:prstGeom>
          <a:noFill/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F3222E6B-4647-E7B2-8CAA-B5F8AD5B34D4}"/>
              </a:ext>
            </a:extLst>
          </p:cNvPr>
          <p:cNvSpPr/>
          <p:nvPr/>
        </p:nvSpPr>
        <p:spPr>
          <a:xfrm>
            <a:off x="3800475" y="3848894"/>
            <a:ext cx="800100" cy="800100"/>
          </a:xfrm>
          <a:prstGeom prst="ellipse">
            <a:avLst/>
          </a:prstGeom>
          <a:noFill/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766823B8-8D6A-D178-518A-68475DE32C2A}"/>
              </a:ext>
            </a:extLst>
          </p:cNvPr>
          <p:cNvSpPr/>
          <p:nvPr/>
        </p:nvSpPr>
        <p:spPr>
          <a:xfrm>
            <a:off x="7877175" y="3838575"/>
            <a:ext cx="800100" cy="800100"/>
          </a:xfrm>
          <a:prstGeom prst="ellipse">
            <a:avLst/>
          </a:prstGeom>
          <a:noFill/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7153C89-5742-0E9C-5880-A2D2939E45FB}"/>
              </a:ext>
            </a:extLst>
          </p:cNvPr>
          <p:cNvSpPr/>
          <p:nvPr/>
        </p:nvSpPr>
        <p:spPr>
          <a:xfrm>
            <a:off x="2686050" y="5327650"/>
            <a:ext cx="800100" cy="800100"/>
          </a:xfrm>
          <a:prstGeom prst="ellipse">
            <a:avLst/>
          </a:prstGeom>
          <a:noFill/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2740C473-CCCB-F12E-F3FB-B6469D435BB8}"/>
              </a:ext>
            </a:extLst>
          </p:cNvPr>
          <p:cNvSpPr/>
          <p:nvPr/>
        </p:nvSpPr>
        <p:spPr>
          <a:xfrm>
            <a:off x="4781550" y="5327650"/>
            <a:ext cx="800100" cy="800100"/>
          </a:xfrm>
          <a:prstGeom prst="ellipse">
            <a:avLst/>
          </a:prstGeom>
          <a:noFill/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4C704E86-D034-5633-3408-62828BA78A49}"/>
              </a:ext>
            </a:extLst>
          </p:cNvPr>
          <p:cNvSpPr/>
          <p:nvPr/>
        </p:nvSpPr>
        <p:spPr>
          <a:xfrm>
            <a:off x="6896100" y="5308600"/>
            <a:ext cx="800100" cy="800100"/>
          </a:xfrm>
          <a:prstGeom prst="ellipse">
            <a:avLst/>
          </a:prstGeom>
          <a:noFill/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5ECE23EA-CFFE-1456-54DE-136F2EB51ECC}"/>
              </a:ext>
            </a:extLst>
          </p:cNvPr>
          <p:cNvSpPr/>
          <p:nvPr/>
        </p:nvSpPr>
        <p:spPr>
          <a:xfrm>
            <a:off x="8972550" y="5308600"/>
            <a:ext cx="800100" cy="800100"/>
          </a:xfrm>
          <a:prstGeom prst="ellipse">
            <a:avLst/>
          </a:prstGeom>
          <a:noFill/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62FE39F-B140-2EBB-297D-8BCEB011B534}"/>
              </a:ext>
            </a:extLst>
          </p:cNvPr>
          <p:cNvSpPr txBox="1"/>
          <p:nvPr/>
        </p:nvSpPr>
        <p:spPr>
          <a:xfrm>
            <a:off x="5795033" y="2617857"/>
            <a:ext cx="4876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A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5E1F0AC-5E59-8621-FB61-36BBE6ADCE19}"/>
              </a:ext>
            </a:extLst>
          </p:cNvPr>
          <p:cNvSpPr txBox="1"/>
          <p:nvPr/>
        </p:nvSpPr>
        <p:spPr>
          <a:xfrm>
            <a:off x="3956708" y="3895001"/>
            <a:ext cx="494046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B</a:t>
            </a:r>
            <a:endParaRPr lang="pt-BR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A4F03A3-4CA0-755A-9395-B2388FD5F2BC}"/>
              </a:ext>
            </a:extLst>
          </p:cNvPr>
          <p:cNvSpPr txBox="1"/>
          <p:nvPr/>
        </p:nvSpPr>
        <p:spPr>
          <a:xfrm>
            <a:off x="2842283" y="5373757"/>
            <a:ext cx="537327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D</a:t>
            </a:r>
            <a:endParaRPr lang="pt-BR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8EBB8F1-B060-2D1D-E742-0C8AF1FEED2E}"/>
              </a:ext>
            </a:extLst>
          </p:cNvPr>
          <p:cNvSpPr txBox="1"/>
          <p:nvPr/>
        </p:nvSpPr>
        <p:spPr>
          <a:xfrm>
            <a:off x="4937783" y="5372239"/>
            <a:ext cx="487634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E</a:t>
            </a:r>
            <a:endParaRPr lang="pt-BR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D1CA24D-23D3-114F-6550-AC136B8A2F4D}"/>
              </a:ext>
            </a:extLst>
          </p:cNvPr>
          <p:cNvSpPr txBox="1"/>
          <p:nvPr/>
        </p:nvSpPr>
        <p:spPr>
          <a:xfrm>
            <a:off x="7139917" y="5335752"/>
            <a:ext cx="453970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F</a:t>
            </a:r>
            <a:endParaRPr lang="pt-BR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921BF02-6470-9A58-4A25-A161489F8E5F}"/>
              </a:ext>
            </a:extLst>
          </p:cNvPr>
          <p:cNvSpPr txBox="1"/>
          <p:nvPr/>
        </p:nvSpPr>
        <p:spPr>
          <a:xfrm>
            <a:off x="9128783" y="5354707"/>
            <a:ext cx="548548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G</a:t>
            </a:r>
            <a:endParaRPr lang="pt-BR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F972C01-EDB3-F984-0146-D9EA9F2C36C3}"/>
              </a:ext>
            </a:extLst>
          </p:cNvPr>
          <p:cNvSpPr txBox="1"/>
          <p:nvPr/>
        </p:nvSpPr>
        <p:spPr>
          <a:xfrm>
            <a:off x="8015195" y="3896519"/>
            <a:ext cx="540533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C</a:t>
            </a:r>
            <a:endParaRPr lang="pt-BR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59C470F8-6957-D75B-0AAB-CC9C36C1DF1F}"/>
              </a:ext>
            </a:extLst>
          </p:cNvPr>
          <p:cNvCxnSpPr>
            <a:cxnSpLocks/>
            <a:stCxn id="4" idx="3"/>
            <a:endCxn id="5" idx="7"/>
          </p:cNvCxnSpPr>
          <p:nvPr/>
        </p:nvCxnSpPr>
        <p:spPr>
          <a:xfrm flipH="1">
            <a:off x="4483403" y="3254678"/>
            <a:ext cx="1272569" cy="711388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E208A544-F01D-9F84-F5C5-54928422F0F8}"/>
              </a:ext>
            </a:extLst>
          </p:cNvPr>
          <p:cNvCxnSpPr>
            <a:cxnSpLocks/>
            <a:stCxn id="4" idx="5"/>
            <a:endCxn id="6" idx="1"/>
          </p:cNvCxnSpPr>
          <p:nvPr/>
        </p:nvCxnSpPr>
        <p:spPr>
          <a:xfrm>
            <a:off x="6321728" y="3254678"/>
            <a:ext cx="1672619" cy="701069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9C95DF5A-BEBD-A7EE-0E48-C9FD5535950A}"/>
              </a:ext>
            </a:extLst>
          </p:cNvPr>
          <p:cNvCxnSpPr>
            <a:cxnSpLocks/>
            <a:stCxn id="5" idx="3"/>
            <a:endCxn id="7" idx="7"/>
          </p:cNvCxnSpPr>
          <p:nvPr/>
        </p:nvCxnSpPr>
        <p:spPr>
          <a:xfrm flipH="1">
            <a:off x="3368978" y="4531822"/>
            <a:ext cx="548669" cy="913000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5A0425B7-D443-3969-C26C-A06DB642706F}"/>
              </a:ext>
            </a:extLst>
          </p:cNvPr>
          <p:cNvCxnSpPr>
            <a:cxnSpLocks/>
            <a:stCxn id="5" idx="5"/>
            <a:endCxn id="17" idx="0"/>
          </p:cNvCxnSpPr>
          <p:nvPr/>
        </p:nvCxnSpPr>
        <p:spPr>
          <a:xfrm>
            <a:off x="4483403" y="4531822"/>
            <a:ext cx="698197" cy="840417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4B9EDE9D-0B95-52D8-9779-01D3B43446E4}"/>
              </a:ext>
            </a:extLst>
          </p:cNvPr>
          <p:cNvCxnSpPr>
            <a:cxnSpLocks/>
          </p:cNvCxnSpPr>
          <p:nvPr/>
        </p:nvCxnSpPr>
        <p:spPr>
          <a:xfrm flipH="1">
            <a:off x="7453915" y="4445641"/>
            <a:ext cx="548669" cy="913000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9500620D-CEBA-A9F8-8C96-5BF52FF92335}"/>
              </a:ext>
            </a:extLst>
          </p:cNvPr>
          <p:cNvCxnSpPr>
            <a:cxnSpLocks/>
          </p:cNvCxnSpPr>
          <p:nvPr/>
        </p:nvCxnSpPr>
        <p:spPr>
          <a:xfrm>
            <a:off x="8568340" y="4445641"/>
            <a:ext cx="698197" cy="840417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Seta: para a Direita 41">
            <a:extLst>
              <a:ext uri="{FF2B5EF4-FFF2-40B4-BE49-F238E27FC236}">
                <a16:creationId xmlns:a16="http://schemas.microsoft.com/office/drawing/2014/main" id="{8535C450-D394-9DC8-390B-320075BD8669}"/>
              </a:ext>
            </a:extLst>
          </p:cNvPr>
          <p:cNvSpPr/>
          <p:nvPr/>
        </p:nvSpPr>
        <p:spPr>
          <a:xfrm>
            <a:off x="4865358" y="2594804"/>
            <a:ext cx="695325" cy="636821"/>
          </a:xfrm>
          <a:prstGeom prst="rightArrow">
            <a:avLst/>
          </a:prstGeom>
          <a:solidFill>
            <a:srgbClr val="FF505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1436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15C16-A0CC-8749-EDE2-D84B4A258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845AF6-7018-D997-24D7-897325476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FD65FA-A944-C908-51E2-EEC0FE5BF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10" y="1825624"/>
            <a:ext cx="10370390" cy="498475"/>
          </a:xfrm>
        </p:spPr>
        <p:txBody>
          <a:bodyPr>
            <a:normAutofit/>
          </a:bodyPr>
          <a:lstStyle/>
          <a:p>
            <a:r>
              <a:rPr lang="pt-BR" dirty="0"/>
              <a:t>Nós são expandidos na ordem em que foram criados.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33B17EA6-F52D-5AE9-AABC-434E1E7519E4}"/>
              </a:ext>
            </a:extLst>
          </p:cNvPr>
          <p:cNvSpPr/>
          <p:nvPr/>
        </p:nvSpPr>
        <p:spPr>
          <a:xfrm>
            <a:off x="5638800" y="2571750"/>
            <a:ext cx="800100" cy="8001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E888EF98-F6B9-EC2F-E2E3-C41B332C3B55}"/>
              </a:ext>
            </a:extLst>
          </p:cNvPr>
          <p:cNvSpPr/>
          <p:nvPr/>
        </p:nvSpPr>
        <p:spPr>
          <a:xfrm>
            <a:off x="3800475" y="3848894"/>
            <a:ext cx="800100" cy="800100"/>
          </a:xfrm>
          <a:prstGeom prst="ellipse">
            <a:avLst/>
          </a:prstGeom>
          <a:noFill/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92CF90AE-853C-2602-7157-E825D410CE8E}"/>
              </a:ext>
            </a:extLst>
          </p:cNvPr>
          <p:cNvSpPr/>
          <p:nvPr/>
        </p:nvSpPr>
        <p:spPr>
          <a:xfrm>
            <a:off x="7877175" y="3838575"/>
            <a:ext cx="800100" cy="800100"/>
          </a:xfrm>
          <a:prstGeom prst="ellipse">
            <a:avLst/>
          </a:prstGeom>
          <a:noFill/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549D9EFA-E4AD-3197-F544-69555D03A07D}"/>
              </a:ext>
            </a:extLst>
          </p:cNvPr>
          <p:cNvSpPr/>
          <p:nvPr/>
        </p:nvSpPr>
        <p:spPr>
          <a:xfrm>
            <a:off x="2686050" y="5327650"/>
            <a:ext cx="800100" cy="800100"/>
          </a:xfrm>
          <a:prstGeom prst="ellipse">
            <a:avLst/>
          </a:prstGeom>
          <a:noFill/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5B8FE0C1-C54D-CFF1-B387-8F33CA11A079}"/>
              </a:ext>
            </a:extLst>
          </p:cNvPr>
          <p:cNvSpPr/>
          <p:nvPr/>
        </p:nvSpPr>
        <p:spPr>
          <a:xfrm>
            <a:off x="4781550" y="5327650"/>
            <a:ext cx="800100" cy="800100"/>
          </a:xfrm>
          <a:prstGeom prst="ellipse">
            <a:avLst/>
          </a:prstGeom>
          <a:noFill/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0B21FFE5-97D1-4E7D-7F43-7A1DC2655CF9}"/>
              </a:ext>
            </a:extLst>
          </p:cNvPr>
          <p:cNvSpPr/>
          <p:nvPr/>
        </p:nvSpPr>
        <p:spPr>
          <a:xfrm>
            <a:off x="6896100" y="5308600"/>
            <a:ext cx="800100" cy="800100"/>
          </a:xfrm>
          <a:prstGeom prst="ellipse">
            <a:avLst/>
          </a:prstGeom>
          <a:noFill/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EAD579BB-E231-94C0-7CA3-B459DCE5FEE3}"/>
              </a:ext>
            </a:extLst>
          </p:cNvPr>
          <p:cNvSpPr/>
          <p:nvPr/>
        </p:nvSpPr>
        <p:spPr>
          <a:xfrm>
            <a:off x="8972550" y="5308600"/>
            <a:ext cx="800100" cy="800100"/>
          </a:xfrm>
          <a:prstGeom prst="ellipse">
            <a:avLst/>
          </a:prstGeom>
          <a:noFill/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E0CA74C-74AB-7FDE-7A8E-D70142B296A8}"/>
              </a:ext>
            </a:extLst>
          </p:cNvPr>
          <p:cNvSpPr txBox="1"/>
          <p:nvPr/>
        </p:nvSpPr>
        <p:spPr>
          <a:xfrm>
            <a:off x="5795033" y="2617857"/>
            <a:ext cx="4876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A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EE9FFFD-DC61-478E-7E26-EA157CF491A7}"/>
              </a:ext>
            </a:extLst>
          </p:cNvPr>
          <p:cNvSpPr txBox="1"/>
          <p:nvPr/>
        </p:nvSpPr>
        <p:spPr>
          <a:xfrm>
            <a:off x="3956708" y="3895001"/>
            <a:ext cx="494046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rgbClr val="000050"/>
                </a:solidFill>
              </a:rPr>
              <a:t>B</a:t>
            </a:r>
            <a:endParaRPr lang="pt-BR" dirty="0">
              <a:solidFill>
                <a:srgbClr val="000050"/>
              </a:solidFill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D1E1D11-9447-D260-6F52-239A3A8F5F0E}"/>
              </a:ext>
            </a:extLst>
          </p:cNvPr>
          <p:cNvSpPr txBox="1"/>
          <p:nvPr/>
        </p:nvSpPr>
        <p:spPr>
          <a:xfrm>
            <a:off x="2842283" y="5373757"/>
            <a:ext cx="537327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D</a:t>
            </a:r>
            <a:endParaRPr lang="pt-BR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BCD2102-5FDA-3920-939E-0C69CCA51021}"/>
              </a:ext>
            </a:extLst>
          </p:cNvPr>
          <p:cNvSpPr txBox="1"/>
          <p:nvPr/>
        </p:nvSpPr>
        <p:spPr>
          <a:xfrm>
            <a:off x="4937783" y="5372239"/>
            <a:ext cx="487634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E</a:t>
            </a:r>
            <a:endParaRPr lang="pt-BR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BF2CEA0-4FBB-1CF4-C6B8-B1C9113F7AC1}"/>
              </a:ext>
            </a:extLst>
          </p:cNvPr>
          <p:cNvSpPr txBox="1"/>
          <p:nvPr/>
        </p:nvSpPr>
        <p:spPr>
          <a:xfrm>
            <a:off x="7139917" y="5335752"/>
            <a:ext cx="453970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F</a:t>
            </a:r>
            <a:endParaRPr lang="pt-BR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593DED7-ADBE-D67D-C1BC-876CD2BFEB0D}"/>
              </a:ext>
            </a:extLst>
          </p:cNvPr>
          <p:cNvSpPr txBox="1"/>
          <p:nvPr/>
        </p:nvSpPr>
        <p:spPr>
          <a:xfrm>
            <a:off x="9128783" y="5354707"/>
            <a:ext cx="548548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G</a:t>
            </a:r>
            <a:endParaRPr lang="pt-BR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D16CB12-F44A-72C1-FA63-D60EE98C820E}"/>
              </a:ext>
            </a:extLst>
          </p:cNvPr>
          <p:cNvSpPr txBox="1"/>
          <p:nvPr/>
        </p:nvSpPr>
        <p:spPr>
          <a:xfrm>
            <a:off x="8015195" y="3896519"/>
            <a:ext cx="540533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rgbClr val="000050"/>
                </a:solidFill>
              </a:rPr>
              <a:t>C</a:t>
            </a:r>
            <a:endParaRPr lang="pt-BR" dirty="0">
              <a:solidFill>
                <a:srgbClr val="000050"/>
              </a:solidFill>
            </a:endParaRPr>
          </a:p>
        </p:txBody>
      </p: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9FB57A6E-3079-3BD5-FE22-D4E382C4DD3F}"/>
              </a:ext>
            </a:extLst>
          </p:cNvPr>
          <p:cNvCxnSpPr>
            <a:cxnSpLocks/>
            <a:stCxn id="4" idx="3"/>
            <a:endCxn id="5" idx="7"/>
          </p:cNvCxnSpPr>
          <p:nvPr/>
        </p:nvCxnSpPr>
        <p:spPr>
          <a:xfrm flipH="1">
            <a:off x="4483403" y="3254678"/>
            <a:ext cx="1272569" cy="711388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E6424DD0-9B07-EEE1-DCE1-67E396844A4B}"/>
              </a:ext>
            </a:extLst>
          </p:cNvPr>
          <p:cNvCxnSpPr>
            <a:cxnSpLocks/>
            <a:stCxn id="4" idx="5"/>
            <a:endCxn id="6" idx="1"/>
          </p:cNvCxnSpPr>
          <p:nvPr/>
        </p:nvCxnSpPr>
        <p:spPr>
          <a:xfrm>
            <a:off x="6321728" y="3254678"/>
            <a:ext cx="1672619" cy="701069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3C8CD636-8428-4AE1-3C2C-CF383DBD50EA}"/>
              </a:ext>
            </a:extLst>
          </p:cNvPr>
          <p:cNvCxnSpPr>
            <a:cxnSpLocks/>
            <a:stCxn id="5" idx="3"/>
            <a:endCxn id="7" idx="7"/>
          </p:cNvCxnSpPr>
          <p:nvPr/>
        </p:nvCxnSpPr>
        <p:spPr>
          <a:xfrm flipH="1">
            <a:off x="3368978" y="4531822"/>
            <a:ext cx="548669" cy="913000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6C46A456-6C9D-65FE-280A-1B5D9470D2C3}"/>
              </a:ext>
            </a:extLst>
          </p:cNvPr>
          <p:cNvCxnSpPr>
            <a:cxnSpLocks/>
            <a:stCxn id="5" idx="5"/>
            <a:endCxn id="17" idx="0"/>
          </p:cNvCxnSpPr>
          <p:nvPr/>
        </p:nvCxnSpPr>
        <p:spPr>
          <a:xfrm>
            <a:off x="4483403" y="4531822"/>
            <a:ext cx="698197" cy="840417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82F32D19-2B32-A2CF-ABA5-D5ED1114D596}"/>
              </a:ext>
            </a:extLst>
          </p:cNvPr>
          <p:cNvCxnSpPr>
            <a:cxnSpLocks/>
          </p:cNvCxnSpPr>
          <p:nvPr/>
        </p:nvCxnSpPr>
        <p:spPr>
          <a:xfrm flipH="1">
            <a:off x="7453915" y="4445641"/>
            <a:ext cx="548669" cy="913000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AD545718-8DAB-FF9E-22BC-478D457C5025}"/>
              </a:ext>
            </a:extLst>
          </p:cNvPr>
          <p:cNvCxnSpPr>
            <a:cxnSpLocks/>
          </p:cNvCxnSpPr>
          <p:nvPr/>
        </p:nvCxnSpPr>
        <p:spPr>
          <a:xfrm>
            <a:off x="8568340" y="4445641"/>
            <a:ext cx="698197" cy="840417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Seta: para a Direita 41">
            <a:extLst>
              <a:ext uri="{FF2B5EF4-FFF2-40B4-BE49-F238E27FC236}">
                <a16:creationId xmlns:a16="http://schemas.microsoft.com/office/drawing/2014/main" id="{3BAA2E33-443C-B67C-BBD1-CA8D27287DED}"/>
              </a:ext>
            </a:extLst>
          </p:cNvPr>
          <p:cNvSpPr/>
          <p:nvPr/>
        </p:nvSpPr>
        <p:spPr>
          <a:xfrm>
            <a:off x="2932446" y="3974505"/>
            <a:ext cx="695325" cy="636821"/>
          </a:xfrm>
          <a:prstGeom prst="rightArrow">
            <a:avLst/>
          </a:prstGeom>
          <a:solidFill>
            <a:srgbClr val="FF505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3140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A5D53-3C46-7527-C014-6331A1B60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1E11C5-C8CE-7256-9227-336D8B0A8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BFA89F-2E63-5A8A-E833-FB8BFD85F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10" y="1825624"/>
            <a:ext cx="10370390" cy="498475"/>
          </a:xfrm>
        </p:spPr>
        <p:txBody>
          <a:bodyPr>
            <a:normAutofit/>
          </a:bodyPr>
          <a:lstStyle/>
          <a:p>
            <a:r>
              <a:rPr lang="pt-BR" dirty="0"/>
              <a:t>Nós são expandidos na ordem em que foram criados.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B1EEF286-C872-B665-CB14-1164AE28EF95}"/>
              </a:ext>
            </a:extLst>
          </p:cNvPr>
          <p:cNvSpPr/>
          <p:nvPr/>
        </p:nvSpPr>
        <p:spPr>
          <a:xfrm>
            <a:off x="5638800" y="2571750"/>
            <a:ext cx="800100" cy="8001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6413D784-9347-74E7-5B3C-A263BA31847B}"/>
              </a:ext>
            </a:extLst>
          </p:cNvPr>
          <p:cNvSpPr/>
          <p:nvPr/>
        </p:nvSpPr>
        <p:spPr>
          <a:xfrm>
            <a:off x="3800475" y="3848894"/>
            <a:ext cx="800100" cy="8001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0AEF0A0B-D396-85F2-19D4-E300AC4A5B19}"/>
              </a:ext>
            </a:extLst>
          </p:cNvPr>
          <p:cNvSpPr/>
          <p:nvPr/>
        </p:nvSpPr>
        <p:spPr>
          <a:xfrm>
            <a:off x="7877175" y="3838575"/>
            <a:ext cx="800100" cy="800100"/>
          </a:xfrm>
          <a:prstGeom prst="ellipse">
            <a:avLst/>
          </a:prstGeom>
          <a:noFill/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16B43924-70C4-FA54-98D1-40400D89C484}"/>
              </a:ext>
            </a:extLst>
          </p:cNvPr>
          <p:cNvSpPr/>
          <p:nvPr/>
        </p:nvSpPr>
        <p:spPr>
          <a:xfrm>
            <a:off x="2686050" y="5327650"/>
            <a:ext cx="800100" cy="800100"/>
          </a:xfrm>
          <a:prstGeom prst="ellipse">
            <a:avLst/>
          </a:prstGeom>
          <a:noFill/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26D9A2E9-E61E-1BB8-0AD2-7B30A7E73ABD}"/>
              </a:ext>
            </a:extLst>
          </p:cNvPr>
          <p:cNvSpPr/>
          <p:nvPr/>
        </p:nvSpPr>
        <p:spPr>
          <a:xfrm>
            <a:off x="4781550" y="5327650"/>
            <a:ext cx="800100" cy="800100"/>
          </a:xfrm>
          <a:prstGeom prst="ellipse">
            <a:avLst/>
          </a:prstGeom>
          <a:noFill/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47E330C8-39AC-0764-B7E0-20AA21E07D28}"/>
              </a:ext>
            </a:extLst>
          </p:cNvPr>
          <p:cNvSpPr/>
          <p:nvPr/>
        </p:nvSpPr>
        <p:spPr>
          <a:xfrm>
            <a:off x="6896100" y="5308600"/>
            <a:ext cx="800100" cy="800100"/>
          </a:xfrm>
          <a:prstGeom prst="ellipse">
            <a:avLst/>
          </a:prstGeom>
          <a:noFill/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B37C3398-612D-314E-7C5B-C27889B02465}"/>
              </a:ext>
            </a:extLst>
          </p:cNvPr>
          <p:cNvSpPr/>
          <p:nvPr/>
        </p:nvSpPr>
        <p:spPr>
          <a:xfrm>
            <a:off x="8972550" y="5308600"/>
            <a:ext cx="800100" cy="800100"/>
          </a:xfrm>
          <a:prstGeom prst="ellipse">
            <a:avLst/>
          </a:prstGeom>
          <a:noFill/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E973B11-A62E-EAE9-1A3C-8955073D6EC8}"/>
              </a:ext>
            </a:extLst>
          </p:cNvPr>
          <p:cNvSpPr txBox="1"/>
          <p:nvPr/>
        </p:nvSpPr>
        <p:spPr>
          <a:xfrm>
            <a:off x="5795033" y="2617857"/>
            <a:ext cx="4876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A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CF2EB9A-159C-2BE1-9D89-E8BC8CD56ADE}"/>
              </a:ext>
            </a:extLst>
          </p:cNvPr>
          <p:cNvSpPr txBox="1"/>
          <p:nvPr/>
        </p:nvSpPr>
        <p:spPr>
          <a:xfrm>
            <a:off x="3956708" y="3895001"/>
            <a:ext cx="494046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rgbClr val="000050"/>
                </a:solidFill>
              </a:rPr>
              <a:t>B</a:t>
            </a:r>
            <a:endParaRPr lang="pt-BR" dirty="0">
              <a:solidFill>
                <a:srgbClr val="000050"/>
              </a:solidFill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7837FC3-7FBF-2294-8364-DDD9DF08C1B6}"/>
              </a:ext>
            </a:extLst>
          </p:cNvPr>
          <p:cNvSpPr txBox="1"/>
          <p:nvPr/>
        </p:nvSpPr>
        <p:spPr>
          <a:xfrm>
            <a:off x="2842283" y="5373757"/>
            <a:ext cx="537327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rgbClr val="000050"/>
                </a:solidFill>
              </a:rPr>
              <a:t>D</a:t>
            </a:r>
            <a:endParaRPr lang="pt-BR" dirty="0">
              <a:solidFill>
                <a:srgbClr val="000050"/>
              </a:solidFill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DF658C3-40A0-11A4-E326-79F132B645CA}"/>
              </a:ext>
            </a:extLst>
          </p:cNvPr>
          <p:cNvSpPr txBox="1"/>
          <p:nvPr/>
        </p:nvSpPr>
        <p:spPr>
          <a:xfrm>
            <a:off x="4937783" y="5372239"/>
            <a:ext cx="487634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rgbClr val="000050"/>
                </a:solidFill>
              </a:rPr>
              <a:t>E</a:t>
            </a:r>
            <a:endParaRPr lang="pt-BR" dirty="0">
              <a:solidFill>
                <a:srgbClr val="000050"/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F61FFFD-1AA2-B202-8B9B-7B8433ABAE73}"/>
              </a:ext>
            </a:extLst>
          </p:cNvPr>
          <p:cNvSpPr txBox="1"/>
          <p:nvPr/>
        </p:nvSpPr>
        <p:spPr>
          <a:xfrm>
            <a:off x="7139917" y="5335752"/>
            <a:ext cx="453970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F</a:t>
            </a:r>
            <a:endParaRPr lang="pt-BR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E1D6C79-E898-E2A2-E341-D94F54BDDA5D}"/>
              </a:ext>
            </a:extLst>
          </p:cNvPr>
          <p:cNvSpPr txBox="1"/>
          <p:nvPr/>
        </p:nvSpPr>
        <p:spPr>
          <a:xfrm>
            <a:off x="9128783" y="5354707"/>
            <a:ext cx="548548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G</a:t>
            </a:r>
            <a:endParaRPr lang="pt-BR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0D07805-69C4-2496-C96B-0E824F09E03E}"/>
              </a:ext>
            </a:extLst>
          </p:cNvPr>
          <p:cNvSpPr txBox="1"/>
          <p:nvPr/>
        </p:nvSpPr>
        <p:spPr>
          <a:xfrm>
            <a:off x="8015195" y="3896519"/>
            <a:ext cx="540533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rgbClr val="000050"/>
                </a:solidFill>
              </a:rPr>
              <a:t>C</a:t>
            </a:r>
            <a:endParaRPr lang="pt-BR" dirty="0">
              <a:solidFill>
                <a:srgbClr val="000050"/>
              </a:solidFill>
            </a:endParaRPr>
          </a:p>
        </p:txBody>
      </p: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96C17A71-A7B3-4865-5275-9360873E8B45}"/>
              </a:ext>
            </a:extLst>
          </p:cNvPr>
          <p:cNvCxnSpPr>
            <a:cxnSpLocks/>
            <a:stCxn id="4" idx="3"/>
            <a:endCxn id="5" idx="7"/>
          </p:cNvCxnSpPr>
          <p:nvPr/>
        </p:nvCxnSpPr>
        <p:spPr>
          <a:xfrm flipH="1">
            <a:off x="4483403" y="3254678"/>
            <a:ext cx="1272569" cy="711388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0C54C271-5AF6-89B4-B794-DDE4A9944127}"/>
              </a:ext>
            </a:extLst>
          </p:cNvPr>
          <p:cNvCxnSpPr>
            <a:cxnSpLocks/>
            <a:stCxn id="4" idx="5"/>
            <a:endCxn id="6" idx="1"/>
          </p:cNvCxnSpPr>
          <p:nvPr/>
        </p:nvCxnSpPr>
        <p:spPr>
          <a:xfrm>
            <a:off x="6321728" y="3254678"/>
            <a:ext cx="1672619" cy="701069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B5B64DD1-4FEE-4B48-5BB4-9DA584CF6BDE}"/>
              </a:ext>
            </a:extLst>
          </p:cNvPr>
          <p:cNvCxnSpPr>
            <a:cxnSpLocks/>
            <a:stCxn id="5" idx="3"/>
            <a:endCxn id="7" idx="7"/>
          </p:cNvCxnSpPr>
          <p:nvPr/>
        </p:nvCxnSpPr>
        <p:spPr>
          <a:xfrm flipH="1">
            <a:off x="3368978" y="4531822"/>
            <a:ext cx="548669" cy="913000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2AF5E941-A3F8-729F-8C1E-BF2113EC45E5}"/>
              </a:ext>
            </a:extLst>
          </p:cNvPr>
          <p:cNvCxnSpPr>
            <a:cxnSpLocks/>
            <a:stCxn id="5" idx="5"/>
            <a:endCxn id="17" idx="0"/>
          </p:cNvCxnSpPr>
          <p:nvPr/>
        </p:nvCxnSpPr>
        <p:spPr>
          <a:xfrm>
            <a:off x="4483403" y="4531822"/>
            <a:ext cx="698197" cy="840417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93AC9465-B4B1-220C-5CB7-F894C4E394EC}"/>
              </a:ext>
            </a:extLst>
          </p:cNvPr>
          <p:cNvCxnSpPr>
            <a:cxnSpLocks/>
          </p:cNvCxnSpPr>
          <p:nvPr/>
        </p:nvCxnSpPr>
        <p:spPr>
          <a:xfrm flipH="1">
            <a:off x="7453915" y="4445641"/>
            <a:ext cx="548669" cy="913000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B93C2C55-1226-285D-12B8-85387EB72B76}"/>
              </a:ext>
            </a:extLst>
          </p:cNvPr>
          <p:cNvCxnSpPr>
            <a:cxnSpLocks/>
          </p:cNvCxnSpPr>
          <p:nvPr/>
        </p:nvCxnSpPr>
        <p:spPr>
          <a:xfrm>
            <a:off x="8568340" y="4445641"/>
            <a:ext cx="698197" cy="840417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Seta: para a Direita 41">
            <a:extLst>
              <a:ext uri="{FF2B5EF4-FFF2-40B4-BE49-F238E27FC236}">
                <a16:creationId xmlns:a16="http://schemas.microsoft.com/office/drawing/2014/main" id="{73EBF963-9B12-C5AD-5C0E-A22E5DE5E8F5}"/>
              </a:ext>
            </a:extLst>
          </p:cNvPr>
          <p:cNvSpPr/>
          <p:nvPr/>
        </p:nvSpPr>
        <p:spPr>
          <a:xfrm>
            <a:off x="1721179" y="5490929"/>
            <a:ext cx="695325" cy="636821"/>
          </a:xfrm>
          <a:prstGeom prst="rightArrow">
            <a:avLst/>
          </a:prstGeom>
          <a:solidFill>
            <a:srgbClr val="FF505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2094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D15D5-335A-A2A4-47C7-ED634D5DC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266F9E-CE49-5257-E688-7FC3C67BB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B214C9-C977-17E7-93C2-566503E88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10" y="1825624"/>
            <a:ext cx="10370390" cy="498475"/>
          </a:xfrm>
        </p:spPr>
        <p:txBody>
          <a:bodyPr>
            <a:normAutofit/>
          </a:bodyPr>
          <a:lstStyle/>
          <a:p>
            <a:r>
              <a:rPr lang="pt-BR" dirty="0"/>
              <a:t>Nós são expandidos na ordem em que foram criados.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F1ACB98-B51A-5E96-2E7F-B8C61850EBB7}"/>
              </a:ext>
            </a:extLst>
          </p:cNvPr>
          <p:cNvSpPr/>
          <p:nvPr/>
        </p:nvSpPr>
        <p:spPr>
          <a:xfrm>
            <a:off x="5638800" y="2571750"/>
            <a:ext cx="800100" cy="8001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77193A0B-E7B5-4264-4897-887E2B2B4A34}"/>
              </a:ext>
            </a:extLst>
          </p:cNvPr>
          <p:cNvSpPr/>
          <p:nvPr/>
        </p:nvSpPr>
        <p:spPr>
          <a:xfrm>
            <a:off x="3800475" y="3848894"/>
            <a:ext cx="800100" cy="8001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2506BB05-9EF1-AD7C-0CC6-3E5FA902DCA6}"/>
              </a:ext>
            </a:extLst>
          </p:cNvPr>
          <p:cNvSpPr/>
          <p:nvPr/>
        </p:nvSpPr>
        <p:spPr>
          <a:xfrm>
            <a:off x="7877175" y="3838575"/>
            <a:ext cx="800100" cy="800100"/>
          </a:xfrm>
          <a:prstGeom prst="ellipse">
            <a:avLst/>
          </a:prstGeom>
          <a:noFill/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38D10A61-78D4-ACAA-3390-4042B0CE31CB}"/>
              </a:ext>
            </a:extLst>
          </p:cNvPr>
          <p:cNvSpPr/>
          <p:nvPr/>
        </p:nvSpPr>
        <p:spPr>
          <a:xfrm>
            <a:off x="2686050" y="5327650"/>
            <a:ext cx="800100" cy="800100"/>
          </a:xfrm>
          <a:prstGeom prst="ellipse">
            <a:avLst/>
          </a:prstGeom>
          <a:noFill/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EB51D33-E599-B4BE-3539-240B61163FD0}"/>
              </a:ext>
            </a:extLst>
          </p:cNvPr>
          <p:cNvSpPr/>
          <p:nvPr/>
        </p:nvSpPr>
        <p:spPr>
          <a:xfrm>
            <a:off x="4781550" y="5327650"/>
            <a:ext cx="800100" cy="800100"/>
          </a:xfrm>
          <a:prstGeom prst="ellipse">
            <a:avLst/>
          </a:prstGeom>
          <a:noFill/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DE97A02C-9778-F3A9-BF91-EE6D915F19D3}"/>
              </a:ext>
            </a:extLst>
          </p:cNvPr>
          <p:cNvSpPr/>
          <p:nvPr/>
        </p:nvSpPr>
        <p:spPr>
          <a:xfrm>
            <a:off x="6896100" y="5308600"/>
            <a:ext cx="800100" cy="800100"/>
          </a:xfrm>
          <a:prstGeom prst="ellipse">
            <a:avLst/>
          </a:prstGeom>
          <a:noFill/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B6A38A3F-D445-1AFE-C382-9042CABE6423}"/>
              </a:ext>
            </a:extLst>
          </p:cNvPr>
          <p:cNvSpPr/>
          <p:nvPr/>
        </p:nvSpPr>
        <p:spPr>
          <a:xfrm>
            <a:off x="8972550" y="5308600"/>
            <a:ext cx="800100" cy="800100"/>
          </a:xfrm>
          <a:prstGeom prst="ellipse">
            <a:avLst/>
          </a:prstGeom>
          <a:noFill/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314B26E-F0A3-0CDA-4C85-7E0A01620277}"/>
              </a:ext>
            </a:extLst>
          </p:cNvPr>
          <p:cNvSpPr txBox="1"/>
          <p:nvPr/>
        </p:nvSpPr>
        <p:spPr>
          <a:xfrm>
            <a:off x="5795033" y="2617857"/>
            <a:ext cx="4876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A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9D3BCC1-5F08-B0F6-31D3-D14867A60AE8}"/>
              </a:ext>
            </a:extLst>
          </p:cNvPr>
          <p:cNvSpPr txBox="1"/>
          <p:nvPr/>
        </p:nvSpPr>
        <p:spPr>
          <a:xfrm>
            <a:off x="3956708" y="3895001"/>
            <a:ext cx="494046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rgbClr val="000050"/>
                </a:solidFill>
              </a:rPr>
              <a:t>B</a:t>
            </a:r>
            <a:endParaRPr lang="pt-BR" dirty="0">
              <a:solidFill>
                <a:srgbClr val="000050"/>
              </a:solidFill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457C349-7F20-899D-94F8-D49296C9B57E}"/>
              </a:ext>
            </a:extLst>
          </p:cNvPr>
          <p:cNvSpPr txBox="1"/>
          <p:nvPr/>
        </p:nvSpPr>
        <p:spPr>
          <a:xfrm>
            <a:off x="2842283" y="5373757"/>
            <a:ext cx="537327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rgbClr val="000050"/>
                </a:solidFill>
              </a:rPr>
              <a:t>D</a:t>
            </a:r>
            <a:endParaRPr lang="pt-BR" dirty="0">
              <a:solidFill>
                <a:srgbClr val="000050"/>
              </a:solidFill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97C5155-E09E-196C-75FC-F44CDC64DACE}"/>
              </a:ext>
            </a:extLst>
          </p:cNvPr>
          <p:cNvSpPr txBox="1"/>
          <p:nvPr/>
        </p:nvSpPr>
        <p:spPr>
          <a:xfrm>
            <a:off x="4937783" y="5372239"/>
            <a:ext cx="487634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rgbClr val="000050"/>
                </a:solidFill>
              </a:rPr>
              <a:t>E</a:t>
            </a:r>
            <a:endParaRPr lang="pt-BR" dirty="0">
              <a:solidFill>
                <a:srgbClr val="000050"/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EB93E05-B02E-9871-B2B4-1F8B2135FFB2}"/>
              </a:ext>
            </a:extLst>
          </p:cNvPr>
          <p:cNvSpPr txBox="1"/>
          <p:nvPr/>
        </p:nvSpPr>
        <p:spPr>
          <a:xfrm>
            <a:off x="7139917" y="5335752"/>
            <a:ext cx="453970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F</a:t>
            </a:r>
            <a:endParaRPr lang="pt-BR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47D1F1C-5483-BEC9-2CD7-4A8A134563F9}"/>
              </a:ext>
            </a:extLst>
          </p:cNvPr>
          <p:cNvSpPr txBox="1"/>
          <p:nvPr/>
        </p:nvSpPr>
        <p:spPr>
          <a:xfrm>
            <a:off x="9128783" y="5354707"/>
            <a:ext cx="548548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G</a:t>
            </a:r>
            <a:endParaRPr lang="pt-BR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809553B-9C02-53E2-0FD1-7D48C83D96C6}"/>
              </a:ext>
            </a:extLst>
          </p:cNvPr>
          <p:cNvSpPr txBox="1"/>
          <p:nvPr/>
        </p:nvSpPr>
        <p:spPr>
          <a:xfrm>
            <a:off x="8015195" y="3896519"/>
            <a:ext cx="540533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rgbClr val="000050"/>
                </a:solidFill>
              </a:rPr>
              <a:t>C</a:t>
            </a:r>
            <a:endParaRPr lang="pt-BR" dirty="0">
              <a:solidFill>
                <a:srgbClr val="000050"/>
              </a:solidFill>
            </a:endParaRPr>
          </a:p>
        </p:txBody>
      </p: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E3076E5C-17B6-2939-0D47-73F8E7C2F44A}"/>
              </a:ext>
            </a:extLst>
          </p:cNvPr>
          <p:cNvCxnSpPr>
            <a:cxnSpLocks/>
            <a:stCxn id="4" idx="3"/>
            <a:endCxn id="5" idx="7"/>
          </p:cNvCxnSpPr>
          <p:nvPr/>
        </p:nvCxnSpPr>
        <p:spPr>
          <a:xfrm flipH="1">
            <a:off x="4483403" y="3254678"/>
            <a:ext cx="1272569" cy="711388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ED8769F0-747A-E66B-DCD0-262E41214E8E}"/>
              </a:ext>
            </a:extLst>
          </p:cNvPr>
          <p:cNvCxnSpPr>
            <a:cxnSpLocks/>
            <a:stCxn id="4" idx="5"/>
            <a:endCxn id="6" idx="1"/>
          </p:cNvCxnSpPr>
          <p:nvPr/>
        </p:nvCxnSpPr>
        <p:spPr>
          <a:xfrm>
            <a:off x="6321728" y="3254678"/>
            <a:ext cx="1672619" cy="701069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032C43C4-95A3-4762-8588-D4267432B88D}"/>
              </a:ext>
            </a:extLst>
          </p:cNvPr>
          <p:cNvCxnSpPr>
            <a:cxnSpLocks/>
            <a:stCxn id="5" idx="3"/>
            <a:endCxn id="7" idx="7"/>
          </p:cNvCxnSpPr>
          <p:nvPr/>
        </p:nvCxnSpPr>
        <p:spPr>
          <a:xfrm flipH="1">
            <a:off x="3368978" y="4531822"/>
            <a:ext cx="548669" cy="913000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10F3B27F-4EFD-44B3-4D99-6D41F4700CC6}"/>
              </a:ext>
            </a:extLst>
          </p:cNvPr>
          <p:cNvCxnSpPr>
            <a:cxnSpLocks/>
            <a:stCxn id="5" idx="5"/>
            <a:endCxn id="17" idx="0"/>
          </p:cNvCxnSpPr>
          <p:nvPr/>
        </p:nvCxnSpPr>
        <p:spPr>
          <a:xfrm>
            <a:off x="4483403" y="4531822"/>
            <a:ext cx="698197" cy="840417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205D5DB0-C3C3-9AE3-C9AA-201E92AD07CC}"/>
              </a:ext>
            </a:extLst>
          </p:cNvPr>
          <p:cNvCxnSpPr>
            <a:cxnSpLocks/>
          </p:cNvCxnSpPr>
          <p:nvPr/>
        </p:nvCxnSpPr>
        <p:spPr>
          <a:xfrm flipH="1">
            <a:off x="7453915" y="4445641"/>
            <a:ext cx="548669" cy="913000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C7D3C215-6A65-9738-4747-192524872102}"/>
              </a:ext>
            </a:extLst>
          </p:cNvPr>
          <p:cNvCxnSpPr>
            <a:cxnSpLocks/>
          </p:cNvCxnSpPr>
          <p:nvPr/>
        </p:nvCxnSpPr>
        <p:spPr>
          <a:xfrm>
            <a:off x="8568340" y="4445641"/>
            <a:ext cx="698197" cy="840417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Seta: para a Direita 41">
            <a:extLst>
              <a:ext uri="{FF2B5EF4-FFF2-40B4-BE49-F238E27FC236}">
                <a16:creationId xmlns:a16="http://schemas.microsoft.com/office/drawing/2014/main" id="{31576665-6134-38A4-3CC5-D83BF33342E7}"/>
              </a:ext>
            </a:extLst>
          </p:cNvPr>
          <p:cNvSpPr/>
          <p:nvPr/>
        </p:nvSpPr>
        <p:spPr>
          <a:xfrm>
            <a:off x="6872890" y="3882284"/>
            <a:ext cx="695325" cy="636821"/>
          </a:xfrm>
          <a:prstGeom prst="rightArrow">
            <a:avLst/>
          </a:prstGeom>
          <a:solidFill>
            <a:srgbClr val="FF505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7829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99C24-71EC-1F17-15FB-C2D49F2E2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511045-B614-409D-1920-0CC761890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LARGURA,</a:t>
            </a:r>
            <a:br>
              <a:rPr lang="pt-BR" dirty="0"/>
            </a:br>
            <a:r>
              <a:rPr lang="pt-BR" dirty="0"/>
              <a:t>CARACTERISTICAS;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CDF857-5F33-70BB-1598-A4EE195F4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>
                <a:solidFill>
                  <a:srgbClr val="000050"/>
                </a:solidFill>
              </a:rPr>
              <a:t>Completa</a:t>
            </a:r>
            <a:r>
              <a:rPr lang="pt-BR" dirty="0"/>
              <a:t>: Se número de ações é finito</a:t>
            </a:r>
          </a:p>
          <a:p>
            <a:r>
              <a:rPr lang="pt-BR" b="1" dirty="0">
                <a:solidFill>
                  <a:srgbClr val="000050"/>
                </a:solidFill>
              </a:rPr>
              <a:t>Ótima</a:t>
            </a:r>
            <a:r>
              <a:rPr lang="pt-BR" dirty="0"/>
              <a:t>: Se ações tem custo 1 </a:t>
            </a:r>
          </a:p>
          <a:p>
            <a:r>
              <a:rPr lang="pt-BR" b="1" dirty="0">
                <a:solidFill>
                  <a:srgbClr val="000050"/>
                </a:solidFill>
              </a:rPr>
              <a:t>Espaço</a:t>
            </a:r>
            <a:r>
              <a:rPr lang="pt-BR" dirty="0"/>
              <a:t>: Mantém todos os nós na memória</a:t>
            </a:r>
          </a:p>
        </p:txBody>
      </p:sp>
    </p:spTree>
    <p:extLst>
      <p:ext uri="{BB962C8B-B14F-4D97-AF65-F5344CB8AC3E}">
        <p14:creationId xmlns:p14="http://schemas.microsoft.com/office/powerpoint/2010/main" val="41394151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EB343-C2A6-F8CA-CB86-53882EB64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7CAEE9-9836-9737-17E9-C7F6AF565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</a:t>
            </a:r>
            <a:r>
              <a:rPr lang="pt-BR" dirty="0">
                <a:solidFill>
                  <a:srgbClr val="FF0000"/>
                </a:solidFill>
              </a:rPr>
              <a:t>PROFUNDIDADE </a:t>
            </a:r>
            <a:br>
              <a:rPr lang="pt-BR" dirty="0">
                <a:solidFill>
                  <a:srgbClr val="FF0000"/>
                </a:solidFill>
              </a:rPr>
            </a:br>
            <a:r>
              <a:rPr lang="pt-BR" dirty="0">
                <a:solidFill>
                  <a:srgbClr val="FF0000"/>
                </a:solidFill>
              </a:rPr>
              <a:t>Pilha (LIFO)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A0C86B-EB15-3AB4-930F-71150DECD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último nó criado é o primeiro a ser expandido.</a:t>
            </a:r>
          </a:p>
        </p:txBody>
      </p:sp>
    </p:spTree>
    <p:extLst>
      <p:ext uri="{BB962C8B-B14F-4D97-AF65-F5344CB8AC3E}">
        <p14:creationId xmlns:p14="http://schemas.microsoft.com/office/powerpoint/2010/main" val="26482703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54C72-0E91-F038-C562-81BD594CE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E8E28F-7D7F-6F72-A08C-CF80DD727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64" name="Elipse 63">
            <a:extLst>
              <a:ext uri="{FF2B5EF4-FFF2-40B4-BE49-F238E27FC236}">
                <a16:creationId xmlns:a16="http://schemas.microsoft.com/office/drawing/2014/main" id="{ADD85117-0FE3-CCD8-67C1-5BCB9A5E3DC6}"/>
              </a:ext>
            </a:extLst>
          </p:cNvPr>
          <p:cNvSpPr/>
          <p:nvPr/>
        </p:nvSpPr>
        <p:spPr>
          <a:xfrm>
            <a:off x="6139486" y="5904773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L</a:t>
            </a:r>
          </a:p>
        </p:txBody>
      </p:sp>
      <p:sp>
        <p:nvSpPr>
          <p:cNvPr id="66" name="Elipse 65">
            <a:extLst>
              <a:ext uri="{FF2B5EF4-FFF2-40B4-BE49-F238E27FC236}">
                <a16:creationId xmlns:a16="http://schemas.microsoft.com/office/drawing/2014/main" id="{9D1967D3-1861-D76D-0DC6-79E7E8CB89A9}"/>
              </a:ext>
            </a:extLst>
          </p:cNvPr>
          <p:cNvSpPr/>
          <p:nvPr/>
        </p:nvSpPr>
        <p:spPr>
          <a:xfrm>
            <a:off x="6944253" y="5904773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M</a:t>
            </a:r>
          </a:p>
        </p:txBody>
      </p:sp>
      <p:sp>
        <p:nvSpPr>
          <p:cNvPr id="68" name="Elipse 67">
            <a:extLst>
              <a:ext uri="{FF2B5EF4-FFF2-40B4-BE49-F238E27FC236}">
                <a16:creationId xmlns:a16="http://schemas.microsoft.com/office/drawing/2014/main" id="{B8C17EA7-DDBE-83B5-FC51-23862B4AF5F7}"/>
              </a:ext>
            </a:extLst>
          </p:cNvPr>
          <p:cNvSpPr/>
          <p:nvPr/>
        </p:nvSpPr>
        <p:spPr>
          <a:xfrm>
            <a:off x="7846511" y="5904772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N</a:t>
            </a:r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A9BCA33B-069C-B8AF-BC88-14A870338CF1}"/>
              </a:ext>
            </a:extLst>
          </p:cNvPr>
          <p:cNvSpPr/>
          <p:nvPr/>
        </p:nvSpPr>
        <p:spPr>
          <a:xfrm>
            <a:off x="8651278" y="5904772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O</a:t>
            </a: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C3DA2373-2BFF-AF21-E14B-09F80732A8BB}"/>
              </a:ext>
            </a:extLst>
          </p:cNvPr>
          <p:cNvSpPr/>
          <p:nvPr/>
        </p:nvSpPr>
        <p:spPr>
          <a:xfrm>
            <a:off x="2723963" y="5904773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H</a:t>
            </a:r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97E7A7B9-7B62-4D0A-F3AD-CC7F4882CCCB}"/>
              </a:ext>
            </a:extLst>
          </p:cNvPr>
          <p:cNvSpPr/>
          <p:nvPr/>
        </p:nvSpPr>
        <p:spPr>
          <a:xfrm>
            <a:off x="3528730" y="5904773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I</a:t>
            </a:r>
          </a:p>
        </p:txBody>
      </p:sp>
      <p:sp>
        <p:nvSpPr>
          <p:cNvPr id="76" name="Elipse 75">
            <a:extLst>
              <a:ext uri="{FF2B5EF4-FFF2-40B4-BE49-F238E27FC236}">
                <a16:creationId xmlns:a16="http://schemas.microsoft.com/office/drawing/2014/main" id="{77039AFF-5B6E-5C7B-2478-13D65DC63173}"/>
              </a:ext>
            </a:extLst>
          </p:cNvPr>
          <p:cNvSpPr/>
          <p:nvPr/>
        </p:nvSpPr>
        <p:spPr>
          <a:xfrm>
            <a:off x="4430988" y="5904772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J</a:t>
            </a:r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44BC17A1-CFB9-AAC9-F29B-76FE1C50F933}"/>
              </a:ext>
            </a:extLst>
          </p:cNvPr>
          <p:cNvSpPr/>
          <p:nvPr/>
        </p:nvSpPr>
        <p:spPr>
          <a:xfrm>
            <a:off x="5235755" y="5904772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K</a:t>
            </a:r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B79D6292-49D6-5FEB-46EE-EA13EF9A84E7}"/>
              </a:ext>
            </a:extLst>
          </p:cNvPr>
          <p:cNvSpPr/>
          <p:nvPr/>
        </p:nvSpPr>
        <p:spPr>
          <a:xfrm>
            <a:off x="6538247" y="4815196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F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0EB2B569-D13F-135F-A0E4-D645E03BFA99}"/>
              </a:ext>
            </a:extLst>
          </p:cNvPr>
          <p:cNvSpPr/>
          <p:nvPr/>
        </p:nvSpPr>
        <p:spPr>
          <a:xfrm>
            <a:off x="8252892" y="4822815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G</a:t>
            </a:r>
          </a:p>
        </p:txBody>
      </p:sp>
      <p:sp>
        <p:nvSpPr>
          <p:cNvPr id="88" name="Elipse 87">
            <a:extLst>
              <a:ext uri="{FF2B5EF4-FFF2-40B4-BE49-F238E27FC236}">
                <a16:creationId xmlns:a16="http://schemas.microsoft.com/office/drawing/2014/main" id="{82DF34DF-07C7-5864-DB73-46F92131EA77}"/>
              </a:ext>
            </a:extLst>
          </p:cNvPr>
          <p:cNvSpPr/>
          <p:nvPr/>
        </p:nvSpPr>
        <p:spPr>
          <a:xfrm>
            <a:off x="3130344" y="4807576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D</a:t>
            </a:r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8A238D43-EAF7-3C29-B099-457239550878}"/>
              </a:ext>
            </a:extLst>
          </p:cNvPr>
          <p:cNvSpPr/>
          <p:nvPr/>
        </p:nvSpPr>
        <p:spPr>
          <a:xfrm>
            <a:off x="4837369" y="4822815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E</a:t>
            </a:r>
          </a:p>
        </p:txBody>
      </p:sp>
      <p:sp>
        <p:nvSpPr>
          <p:cNvPr id="96" name="Elipse 95">
            <a:extLst>
              <a:ext uri="{FF2B5EF4-FFF2-40B4-BE49-F238E27FC236}">
                <a16:creationId xmlns:a16="http://schemas.microsoft.com/office/drawing/2014/main" id="{EB062428-20B7-77AD-F5CE-DC8217BBB247}"/>
              </a:ext>
            </a:extLst>
          </p:cNvPr>
          <p:cNvSpPr/>
          <p:nvPr/>
        </p:nvSpPr>
        <p:spPr>
          <a:xfrm>
            <a:off x="3979412" y="3684272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B</a:t>
            </a:r>
          </a:p>
        </p:txBody>
      </p:sp>
      <p:sp>
        <p:nvSpPr>
          <p:cNvPr id="98" name="Elipse 97">
            <a:extLst>
              <a:ext uri="{FF2B5EF4-FFF2-40B4-BE49-F238E27FC236}">
                <a16:creationId xmlns:a16="http://schemas.microsoft.com/office/drawing/2014/main" id="{448AA066-8279-D532-AC83-4EA35363A913}"/>
              </a:ext>
            </a:extLst>
          </p:cNvPr>
          <p:cNvSpPr/>
          <p:nvPr/>
        </p:nvSpPr>
        <p:spPr>
          <a:xfrm>
            <a:off x="5694057" y="2381251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rgbClr val="000050"/>
                </a:solidFill>
              </a:rPr>
              <a:t>A</a:t>
            </a:r>
          </a:p>
        </p:txBody>
      </p:sp>
      <p:sp>
        <p:nvSpPr>
          <p:cNvPr id="100" name="Elipse 99">
            <a:extLst>
              <a:ext uri="{FF2B5EF4-FFF2-40B4-BE49-F238E27FC236}">
                <a16:creationId xmlns:a16="http://schemas.microsoft.com/office/drawing/2014/main" id="{F5029AAA-739D-302D-DA84-D4F3ED237B34}"/>
              </a:ext>
            </a:extLst>
          </p:cNvPr>
          <p:cNvSpPr/>
          <p:nvPr/>
        </p:nvSpPr>
        <p:spPr>
          <a:xfrm>
            <a:off x="7394072" y="3670603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C</a:t>
            </a:r>
          </a:p>
        </p:txBody>
      </p:sp>
      <p:cxnSp>
        <p:nvCxnSpPr>
          <p:cNvPr id="102" name="Conector reto 101">
            <a:extLst>
              <a:ext uri="{FF2B5EF4-FFF2-40B4-BE49-F238E27FC236}">
                <a16:creationId xmlns:a16="http://schemas.microsoft.com/office/drawing/2014/main" id="{CF349A58-C0C4-2B5F-A543-32011CE60F93}"/>
              </a:ext>
            </a:extLst>
          </p:cNvPr>
          <p:cNvCxnSpPr>
            <a:cxnSpLocks/>
            <a:stCxn id="98" idx="5"/>
            <a:endCxn id="100" idx="1"/>
          </p:cNvCxnSpPr>
          <p:nvPr/>
        </p:nvCxnSpPr>
        <p:spPr>
          <a:xfrm>
            <a:off x="6214542" y="2901736"/>
            <a:ext cx="1268831" cy="858168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reto 103">
            <a:extLst>
              <a:ext uri="{FF2B5EF4-FFF2-40B4-BE49-F238E27FC236}">
                <a16:creationId xmlns:a16="http://schemas.microsoft.com/office/drawing/2014/main" id="{072BF880-6C29-DABC-6FDE-70344C4A5CE3}"/>
              </a:ext>
            </a:extLst>
          </p:cNvPr>
          <p:cNvCxnSpPr>
            <a:cxnSpLocks/>
            <a:stCxn id="98" idx="3"/>
            <a:endCxn id="96" idx="7"/>
          </p:cNvCxnSpPr>
          <p:nvPr/>
        </p:nvCxnSpPr>
        <p:spPr>
          <a:xfrm flipH="1">
            <a:off x="4499897" y="2901736"/>
            <a:ext cx="1283461" cy="871837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ector reto 105">
            <a:extLst>
              <a:ext uri="{FF2B5EF4-FFF2-40B4-BE49-F238E27FC236}">
                <a16:creationId xmlns:a16="http://schemas.microsoft.com/office/drawing/2014/main" id="{19D9F096-7C64-23C3-4D64-E9094607E2E8}"/>
              </a:ext>
            </a:extLst>
          </p:cNvPr>
          <p:cNvCxnSpPr>
            <a:stCxn id="96" idx="3"/>
            <a:endCxn id="88" idx="7"/>
          </p:cNvCxnSpPr>
          <p:nvPr/>
        </p:nvCxnSpPr>
        <p:spPr>
          <a:xfrm flipH="1">
            <a:off x="3650829" y="4204757"/>
            <a:ext cx="417884" cy="692120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to 107">
            <a:extLst>
              <a:ext uri="{FF2B5EF4-FFF2-40B4-BE49-F238E27FC236}">
                <a16:creationId xmlns:a16="http://schemas.microsoft.com/office/drawing/2014/main" id="{20B98D88-4B62-8F37-FD69-7E2662CDD4A5}"/>
              </a:ext>
            </a:extLst>
          </p:cNvPr>
          <p:cNvCxnSpPr>
            <a:stCxn id="96" idx="5"/>
            <a:endCxn id="92" idx="1"/>
          </p:cNvCxnSpPr>
          <p:nvPr/>
        </p:nvCxnSpPr>
        <p:spPr>
          <a:xfrm>
            <a:off x="4499897" y="4204757"/>
            <a:ext cx="426773" cy="707359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to 109">
            <a:extLst>
              <a:ext uri="{FF2B5EF4-FFF2-40B4-BE49-F238E27FC236}">
                <a16:creationId xmlns:a16="http://schemas.microsoft.com/office/drawing/2014/main" id="{92DB264B-EEF8-F5E1-B090-8EE1B3397EE0}"/>
              </a:ext>
            </a:extLst>
          </p:cNvPr>
          <p:cNvCxnSpPr>
            <a:stCxn id="88" idx="3"/>
            <a:endCxn id="72" idx="0"/>
          </p:cNvCxnSpPr>
          <p:nvPr/>
        </p:nvCxnSpPr>
        <p:spPr>
          <a:xfrm flipH="1">
            <a:off x="3028856" y="5328061"/>
            <a:ext cx="190789" cy="57671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to 111">
            <a:extLst>
              <a:ext uri="{FF2B5EF4-FFF2-40B4-BE49-F238E27FC236}">
                <a16:creationId xmlns:a16="http://schemas.microsoft.com/office/drawing/2014/main" id="{91FEC7D4-D55A-B5AC-128D-2AC54292E0EA}"/>
              </a:ext>
            </a:extLst>
          </p:cNvPr>
          <p:cNvCxnSpPr>
            <a:stCxn id="88" idx="5"/>
            <a:endCxn id="74" idx="0"/>
          </p:cNvCxnSpPr>
          <p:nvPr/>
        </p:nvCxnSpPr>
        <p:spPr>
          <a:xfrm>
            <a:off x="3650829" y="5328061"/>
            <a:ext cx="182794" cy="57671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to 113">
            <a:extLst>
              <a:ext uri="{FF2B5EF4-FFF2-40B4-BE49-F238E27FC236}">
                <a16:creationId xmlns:a16="http://schemas.microsoft.com/office/drawing/2014/main" id="{26FEF30D-5621-1685-8076-36077DE5C7F1}"/>
              </a:ext>
            </a:extLst>
          </p:cNvPr>
          <p:cNvCxnSpPr>
            <a:cxnSpLocks/>
            <a:stCxn id="100" idx="3"/>
            <a:endCxn id="80" idx="7"/>
          </p:cNvCxnSpPr>
          <p:nvPr/>
        </p:nvCxnSpPr>
        <p:spPr>
          <a:xfrm flipH="1">
            <a:off x="7058732" y="4191088"/>
            <a:ext cx="424641" cy="713409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to 115">
            <a:extLst>
              <a:ext uri="{FF2B5EF4-FFF2-40B4-BE49-F238E27FC236}">
                <a16:creationId xmlns:a16="http://schemas.microsoft.com/office/drawing/2014/main" id="{C4B1288F-E4EC-D5FB-1B21-D75AF4451796}"/>
              </a:ext>
            </a:extLst>
          </p:cNvPr>
          <p:cNvCxnSpPr>
            <a:cxnSpLocks/>
            <a:stCxn id="100" idx="5"/>
            <a:endCxn id="84" idx="1"/>
          </p:cNvCxnSpPr>
          <p:nvPr/>
        </p:nvCxnSpPr>
        <p:spPr>
          <a:xfrm>
            <a:off x="7914557" y="4191088"/>
            <a:ext cx="427636" cy="721028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ector reto 117">
            <a:extLst>
              <a:ext uri="{FF2B5EF4-FFF2-40B4-BE49-F238E27FC236}">
                <a16:creationId xmlns:a16="http://schemas.microsoft.com/office/drawing/2014/main" id="{C6AAF77C-BCC2-8C5E-AB9C-ACEB1ECD3F0E}"/>
              </a:ext>
            </a:extLst>
          </p:cNvPr>
          <p:cNvCxnSpPr>
            <a:stCxn id="92" idx="3"/>
            <a:endCxn id="76" idx="0"/>
          </p:cNvCxnSpPr>
          <p:nvPr/>
        </p:nvCxnSpPr>
        <p:spPr>
          <a:xfrm flipH="1">
            <a:off x="4735881" y="5343300"/>
            <a:ext cx="190789" cy="56147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ector reto 119">
            <a:extLst>
              <a:ext uri="{FF2B5EF4-FFF2-40B4-BE49-F238E27FC236}">
                <a16:creationId xmlns:a16="http://schemas.microsoft.com/office/drawing/2014/main" id="{929D9513-70A0-6A6E-6460-8F96297D94CD}"/>
              </a:ext>
            </a:extLst>
          </p:cNvPr>
          <p:cNvCxnSpPr>
            <a:stCxn id="92" idx="5"/>
            <a:endCxn id="78" idx="0"/>
          </p:cNvCxnSpPr>
          <p:nvPr/>
        </p:nvCxnSpPr>
        <p:spPr>
          <a:xfrm>
            <a:off x="5357854" y="5343300"/>
            <a:ext cx="182794" cy="56147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reto 121">
            <a:extLst>
              <a:ext uri="{FF2B5EF4-FFF2-40B4-BE49-F238E27FC236}">
                <a16:creationId xmlns:a16="http://schemas.microsoft.com/office/drawing/2014/main" id="{5A273F22-6B23-F862-6971-08E390960597}"/>
              </a:ext>
            </a:extLst>
          </p:cNvPr>
          <p:cNvCxnSpPr>
            <a:stCxn id="80" idx="3"/>
            <a:endCxn id="64" idx="0"/>
          </p:cNvCxnSpPr>
          <p:nvPr/>
        </p:nvCxnSpPr>
        <p:spPr>
          <a:xfrm flipH="1">
            <a:off x="6444379" y="5335681"/>
            <a:ext cx="183169" cy="56909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to 123">
            <a:extLst>
              <a:ext uri="{FF2B5EF4-FFF2-40B4-BE49-F238E27FC236}">
                <a16:creationId xmlns:a16="http://schemas.microsoft.com/office/drawing/2014/main" id="{8DE1E629-2F03-E6C7-E4BF-9ED617EB328D}"/>
              </a:ext>
            </a:extLst>
          </p:cNvPr>
          <p:cNvCxnSpPr>
            <a:stCxn id="80" idx="5"/>
            <a:endCxn id="66" idx="0"/>
          </p:cNvCxnSpPr>
          <p:nvPr/>
        </p:nvCxnSpPr>
        <p:spPr>
          <a:xfrm>
            <a:off x="7058732" y="5335681"/>
            <a:ext cx="190414" cy="56909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ector reto 125">
            <a:extLst>
              <a:ext uri="{FF2B5EF4-FFF2-40B4-BE49-F238E27FC236}">
                <a16:creationId xmlns:a16="http://schemas.microsoft.com/office/drawing/2014/main" id="{EAB242C8-F16A-3779-371B-CA1EB6645596}"/>
              </a:ext>
            </a:extLst>
          </p:cNvPr>
          <p:cNvCxnSpPr>
            <a:cxnSpLocks/>
            <a:stCxn id="84" idx="3"/>
            <a:endCxn id="68" idx="0"/>
          </p:cNvCxnSpPr>
          <p:nvPr/>
        </p:nvCxnSpPr>
        <p:spPr>
          <a:xfrm flipH="1">
            <a:off x="8151404" y="5343300"/>
            <a:ext cx="190789" cy="56147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ector reto 127">
            <a:extLst>
              <a:ext uri="{FF2B5EF4-FFF2-40B4-BE49-F238E27FC236}">
                <a16:creationId xmlns:a16="http://schemas.microsoft.com/office/drawing/2014/main" id="{7ADA171C-70D8-F869-688A-001F009EB5C5}"/>
              </a:ext>
            </a:extLst>
          </p:cNvPr>
          <p:cNvCxnSpPr>
            <a:cxnSpLocks/>
            <a:stCxn id="84" idx="5"/>
            <a:endCxn id="70" idx="0"/>
          </p:cNvCxnSpPr>
          <p:nvPr/>
        </p:nvCxnSpPr>
        <p:spPr>
          <a:xfrm>
            <a:off x="8773377" y="5343300"/>
            <a:ext cx="182794" cy="56147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Seta: para a Direita 128">
            <a:extLst>
              <a:ext uri="{FF2B5EF4-FFF2-40B4-BE49-F238E27FC236}">
                <a16:creationId xmlns:a16="http://schemas.microsoft.com/office/drawing/2014/main" id="{534195DD-B737-2417-E256-30D482BF7000}"/>
              </a:ext>
            </a:extLst>
          </p:cNvPr>
          <p:cNvSpPr/>
          <p:nvPr/>
        </p:nvSpPr>
        <p:spPr>
          <a:xfrm>
            <a:off x="5235755" y="2496793"/>
            <a:ext cx="313507" cy="337715"/>
          </a:xfrm>
          <a:prstGeom prst="rightArrow">
            <a:avLst/>
          </a:prstGeom>
          <a:solidFill>
            <a:srgbClr val="FF505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2599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165EF-79BF-9179-80C2-F9044F1DF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13755E-F3EE-010E-B144-39B9C9BED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64" name="Elipse 63">
            <a:extLst>
              <a:ext uri="{FF2B5EF4-FFF2-40B4-BE49-F238E27FC236}">
                <a16:creationId xmlns:a16="http://schemas.microsoft.com/office/drawing/2014/main" id="{68F3BCBC-38EB-ACBB-F5BA-518D360F2DE5}"/>
              </a:ext>
            </a:extLst>
          </p:cNvPr>
          <p:cNvSpPr/>
          <p:nvPr/>
        </p:nvSpPr>
        <p:spPr>
          <a:xfrm>
            <a:off x="6139486" y="5904773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L</a:t>
            </a:r>
          </a:p>
        </p:txBody>
      </p:sp>
      <p:sp>
        <p:nvSpPr>
          <p:cNvPr id="66" name="Elipse 65">
            <a:extLst>
              <a:ext uri="{FF2B5EF4-FFF2-40B4-BE49-F238E27FC236}">
                <a16:creationId xmlns:a16="http://schemas.microsoft.com/office/drawing/2014/main" id="{DA1C272F-F3FA-1B72-2A8D-51357538804E}"/>
              </a:ext>
            </a:extLst>
          </p:cNvPr>
          <p:cNvSpPr/>
          <p:nvPr/>
        </p:nvSpPr>
        <p:spPr>
          <a:xfrm>
            <a:off x="6944253" y="5904773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M</a:t>
            </a:r>
          </a:p>
        </p:txBody>
      </p:sp>
      <p:sp>
        <p:nvSpPr>
          <p:cNvPr id="68" name="Elipse 67">
            <a:extLst>
              <a:ext uri="{FF2B5EF4-FFF2-40B4-BE49-F238E27FC236}">
                <a16:creationId xmlns:a16="http://schemas.microsoft.com/office/drawing/2014/main" id="{9CCFE3BA-D385-E7AA-0D6A-DE1F3F328198}"/>
              </a:ext>
            </a:extLst>
          </p:cNvPr>
          <p:cNvSpPr/>
          <p:nvPr/>
        </p:nvSpPr>
        <p:spPr>
          <a:xfrm>
            <a:off x="7846511" y="5904772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N</a:t>
            </a:r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F441CD09-14E8-FB6C-B64F-48F6FDA28428}"/>
              </a:ext>
            </a:extLst>
          </p:cNvPr>
          <p:cNvSpPr/>
          <p:nvPr/>
        </p:nvSpPr>
        <p:spPr>
          <a:xfrm>
            <a:off x="8651278" y="5904772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O</a:t>
            </a: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7116C56A-0A59-607A-E97F-4BCF8CADEFE6}"/>
              </a:ext>
            </a:extLst>
          </p:cNvPr>
          <p:cNvSpPr/>
          <p:nvPr/>
        </p:nvSpPr>
        <p:spPr>
          <a:xfrm>
            <a:off x="2723963" y="5904773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H</a:t>
            </a:r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6F70427A-F5EC-DC76-D02F-288676725841}"/>
              </a:ext>
            </a:extLst>
          </p:cNvPr>
          <p:cNvSpPr/>
          <p:nvPr/>
        </p:nvSpPr>
        <p:spPr>
          <a:xfrm>
            <a:off x="3528730" y="5904773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I</a:t>
            </a:r>
          </a:p>
        </p:txBody>
      </p:sp>
      <p:sp>
        <p:nvSpPr>
          <p:cNvPr id="76" name="Elipse 75">
            <a:extLst>
              <a:ext uri="{FF2B5EF4-FFF2-40B4-BE49-F238E27FC236}">
                <a16:creationId xmlns:a16="http://schemas.microsoft.com/office/drawing/2014/main" id="{6B0D0B2F-8B47-9029-9924-85E31E28F78B}"/>
              </a:ext>
            </a:extLst>
          </p:cNvPr>
          <p:cNvSpPr/>
          <p:nvPr/>
        </p:nvSpPr>
        <p:spPr>
          <a:xfrm>
            <a:off x="4430988" y="5904772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J</a:t>
            </a:r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54A008CD-9B81-F40C-E9F2-5D9740187661}"/>
              </a:ext>
            </a:extLst>
          </p:cNvPr>
          <p:cNvSpPr/>
          <p:nvPr/>
        </p:nvSpPr>
        <p:spPr>
          <a:xfrm>
            <a:off x="5235755" y="5904772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K</a:t>
            </a:r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768466E3-1944-1935-4873-ED673F539B0F}"/>
              </a:ext>
            </a:extLst>
          </p:cNvPr>
          <p:cNvSpPr/>
          <p:nvPr/>
        </p:nvSpPr>
        <p:spPr>
          <a:xfrm>
            <a:off x="6538247" y="4815196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F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51128E1D-BBBB-0C99-E429-22777DFBAB04}"/>
              </a:ext>
            </a:extLst>
          </p:cNvPr>
          <p:cNvSpPr/>
          <p:nvPr/>
        </p:nvSpPr>
        <p:spPr>
          <a:xfrm>
            <a:off x="8252892" y="4822815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G</a:t>
            </a:r>
          </a:p>
        </p:txBody>
      </p:sp>
      <p:sp>
        <p:nvSpPr>
          <p:cNvPr id="88" name="Elipse 87">
            <a:extLst>
              <a:ext uri="{FF2B5EF4-FFF2-40B4-BE49-F238E27FC236}">
                <a16:creationId xmlns:a16="http://schemas.microsoft.com/office/drawing/2014/main" id="{14BEF3AA-A63D-CFE8-4894-D8DE57B594AF}"/>
              </a:ext>
            </a:extLst>
          </p:cNvPr>
          <p:cNvSpPr/>
          <p:nvPr/>
        </p:nvSpPr>
        <p:spPr>
          <a:xfrm>
            <a:off x="3130344" y="4807576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D</a:t>
            </a:r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702BD2D4-CC4D-215A-495A-F5C19D9DAEFF}"/>
              </a:ext>
            </a:extLst>
          </p:cNvPr>
          <p:cNvSpPr/>
          <p:nvPr/>
        </p:nvSpPr>
        <p:spPr>
          <a:xfrm>
            <a:off x="4837369" y="4822815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E</a:t>
            </a:r>
          </a:p>
        </p:txBody>
      </p:sp>
      <p:sp>
        <p:nvSpPr>
          <p:cNvPr id="96" name="Elipse 95">
            <a:extLst>
              <a:ext uri="{FF2B5EF4-FFF2-40B4-BE49-F238E27FC236}">
                <a16:creationId xmlns:a16="http://schemas.microsoft.com/office/drawing/2014/main" id="{29F3D6E5-4B9A-588D-256A-A910EC735FED}"/>
              </a:ext>
            </a:extLst>
          </p:cNvPr>
          <p:cNvSpPr/>
          <p:nvPr/>
        </p:nvSpPr>
        <p:spPr>
          <a:xfrm>
            <a:off x="3979412" y="3684272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rgbClr val="000050"/>
                </a:solidFill>
              </a:rPr>
              <a:t>B</a:t>
            </a:r>
          </a:p>
        </p:txBody>
      </p:sp>
      <p:sp>
        <p:nvSpPr>
          <p:cNvPr id="98" name="Elipse 97">
            <a:extLst>
              <a:ext uri="{FF2B5EF4-FFF2-40B4-BE49-F238E27FC236}">
                <a16:creationId xmlns:a16="http://schemas.microsoft.com/office/drawing/2014/main" id="{7B571FA5-79CC-700F-F8F1-3670916E0130}"/>
              </a:ext>
            </a:extLst>
          </p:cNvPr>
          <p:cNvSpPr/>
          <p:nvPr/>
        </p:nvSpPr>
        <p:spPr>
          <a:xfrm>
            <a:off x="5694057" y="2381251"/>
            <a:ext cx="609786" cy="609786"/>
          </a:xfrm>
          <a:prstGeom prst="ellipse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rgbClr val="000050"/>
                </a:solidFill>
              </a:rPr>
              <a:t>A</a:t>
            </a:r>
          </a:p>
        </p:txBody>
      </p:sp>
      <p:sp>
        <p:nvSpPr>
          <p:cNvPr id="100" name="Elipse 99">
            <a:extLst>
              <a:ext uri="{FF2B5EF4-FFF2-40B4-BE49-F238E27FC236}">
                <a16:creationId xmlns:a16="http://schemas.microsoft.com/office/drawing/2014/main" id="{73765939-1D51-9A41-BB71-B235442612D8}"/>
              </a:ext>
            </a:extLst>
          </p:cNvPr>
          <p:cNvSpPr/>
          <p:nvPr/>
        </p:nvSpPr>
        <p:spPr>
          <a:xfrm>
            <a:off x="7394072" y="3670603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rgbClr val="000050"/>
                </a:solidFill>
              </a:rPr>
              <a:t>C</a:t>
            </a:r>
          </a:p>
        </p:txBody>
      </p:sp>
      <p:cxnSp>
        <p:nvCxnSpPr>
          <p:cNvPr id="102" name="Conector reto 101">
            <a:extLst>
              <a:ext uri="{FF2B5EF4-FFF2-40B4-BE49-F238E27FC236}">
                <a16:creationId xmlns:a16="http://schemas.microsoft.com/office/drawing/2014/main" id="{688547A0-161B-B4C2-8F92-69D44AA9363F}"/>
              </a:ext>
            </a:extLst>
          </p:cNvPr>
          <p:cNvCxnSpPr>
            <a:cxnSpLocks/>
            <a:stCxn id="98" idx="5"/>
            <a:endCxn id="100" idx="1"/>
          </p:cNvCxnSpPr>
          <p:nvPr/>
        </p:nvCxnSpPr>
        <p:spPr>
          <a:xfrm>
            <a:off x="6214542" y="2901736"/>
            <a:ext cx="1268831" cy="858168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reto 103">
            <a:extLst>
              <a:ext uri="{FF2B5EF4-FFF2-40B4-BE49-F238E27FC236}">
                <a16:creationId xmlns:a16="http://schemas.microsoft.com/office/drawing/2014/main" id="{9F90D6B5-9308-10C6-8E1E-38259BB1D817}"/>
              </a:ext>
            </a:extLst>
          </p:cNvPr>
          <p:cNvCxnSpPr>
            <a:cxnSpLocks/>
            <a:stCxn id="98" idx="3"/>
            <a:endCxn id="96" idx="7"/>
          </p:cNvCxnSpPr>
          <p:nvPr/>
        </p:nvCxnSpPr>
        <p:spPr>
          <a:xfrm flipH="1">
            <a:off x="4499897" y="2901736"/>
            <a:ext cx="1283461" cy="871837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ector reto 105">
            <a:extLst>
              <a:ext uri="{FF2B5EF4-FFF2-40B4-BE49-F238E27FC236}">
                <a16:creationId xmlns:a16="http://schemas.microsoft.com/office/drawing/2014/main" id="{B292BB37-EEE5-35D4-0814-15323EF152F8}"/>
              </a:ext>
            </a:extLst>
          </p:cNvPr>
          <p:cNvCxnSpPr>
            <a:stCxn id="96" idx="3"/>
            <a:endCxn id="88" idx="7"/>
          </p:cNvCxnSpPr>
          <p:nvPr/>
        </p:nvCxnSpPr>
        <p:spPr>
          <a:xfrm flipH="1">
            <a:off x="3650829" y="4204757"/>
            <a:ext cx="417884" cy="692120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to 107">
            <a:extLst>
              <a:ext uri="{FF2B5EF4-FFF2-40B4-BE49-F238E27FC236}">
                <a16:creationId xmlns:a16="http://schemas.microsoft.com/office/drawing/2014/main" id="{E2F88523-613A-E14F-EF7A-513C1706C001}"/>
              </a:ext>
            </a:extLst>
          </p:cNvPr>
          <p:cNvCxnSpPr>
            <a:stCxn id="96" idx="5"/>
            <a:endCxn id="92" idx="1"/>
          </p:cNvCxnSpPr>
          <p:nvPr/>
        </p:nvCxnSpPr>
        <p:spPr>
          <a:xfrm>
            <a:off x="4499897" y="4204757"/>
            <a:ext cx="426773" cy="707359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to 109">
            <a:extLst>
              <a:ext uri="{FF2B5EF4-FFF2-40B4-BE49-F238E27FC236}">
                <a16:creationId xmlns:a16="http://schemas.microsoft.com/office/drawing/2014/main" id="{95953856-1797-D73E-1E8B-1583326569DF}"/>
              </a:ext>
            </a:extLst>
          </p:cNvPr>
          <p:cNvCxnSpPr>
            <a:stCxn id="88" idx="3"/>
            <a:endCxn id="72" idx="0"/>
          </p:cNvCxnSpPr>
          <p:nvPr/>
        </p:nvCxnSpPr>
        <p:spPr>
          <a:xfrm flipH="1">
            <a:off x="3028856" y="5328061"/>
            <a:ext cx="190789" cy="57671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to 111">
            <a:extLst>
              <a:ext uri="{FF2B5EF4-FFF2-40B4-BE49-F238E27FC236}">
                <a16:creationId xmlns:a16="http://schemas.microsoft.com/office/drawing/2014/main" id="{ACD79B68-E10A-76BD-54E6-0A8F94ACB037}"/>
              </a:ext>
            </a:extLst>
          </p:cNvPr>
          <p:cNvCxnSpPr>
            <a:stCxn id="88" idx="5"/>
            <a:endCxn id="74" idx="0"/>
          </p:cNvCxnSpPr>
          <p:nvPr/>
        </p:nvCxnSpPr>
        <p:spPr>
          <a:xfrm>
            <a:off x="3650829" y="5328061"/>
            <a:ext cx="182794" cy="57671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to 113">
            <a:extLst>
              <a:ext uri="{FF2B5EF4-FFF2-40B4-BE49-F238E27FC236}">
                <a16:creationId xmlns:a16="http://schemas.microsoft.com/office/drawing/2014/main" id="{636769A6-0DDD-99E7-A375-249F612AF598}"/>
              </a:ext>
            </a:extLst>
          </p:cNvPr>
          <p:cNvCxnSpPr>
            <a:cxnSpLocks/>
            <a:stCxn id="100" idx="3"/>
            <a:endCxn id="80" idx="7"/>
          </p:cNvCxnSpPr>
          <p:nvPr/>
        </p:nvCxnSpPr>
        <p:spPr>
          <a:xfrm flipH="1">
            <a:off x="7058732" y="4191088"/>
            <a:ext cx="424641" cy="713409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to 115">
            <a:extLst>
              <a:ext uri="{FF2B5EF4-FFF2-40B4-BE49-F238E27FC236}">
                <a16:creationId xmlns:a16="http://schemas.microsoft.com/office/drawing/2014/main" id="{E69CBC12-0CD6-0F68-8126-B124C98A6D28}"/>
              </a:ext>
            </a:extLst>
          </p:cNvPr>
          <p:cNvCxnSpPr>
            <a:cxnSpLocks/>
            <a:stCxn id="100" idx="5"/>
            <a:endCxn id="84" idx="1"/>
          </p:cNvCxnSpPr>
          <p:nvPr/>
        </p:nvCxnSpPr>
        <p:spPr>
          <a:xfrm>
            <a:off x="7914557" y="4191088"/>
            <a:ext cx="427636" cy="721028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ector reto 117">
            <a:extLst>
              <a:ext uri="{FF2B5EF4-FFF2-40B4-BE49-F238E27FC236}">
                <a16:creationId xmlns:a16="http://schemas.microsoft.com/office/drawing/2014/main" id="{1546A9C0-5CFD-B270-6A9D-C5D2B6DF1F1F}"/>
              </a:ext>
            </a:extLst>
          </p:cNvPr>
          <p:cNvCxnSpPr>
            <a:stCxn id="92" idx="3"/>
            <a:endCxn id="76" idx="0"/>
          </p:cNvCxnSpPr>
          <p:nvPr/>
        </p:nvCxnSpPr>
        <p:spPr>
          <a:xfrm flipH="1">
            <a:off x="4735881" y="5343300"/>
            <a:ext cx="190789" cy="56147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ector reto 119">
            <a:extLst>
              <a:ext uri="{FF2B5EF4-FFF2-40B4-BE49-F238E27FC236}">
                <a16:creationId xmlns:a16="http://schemas.microsoft.com/office/drawing/2014/main" id="{EC8ADB4A-7D4F-D9D4-6CB3-57B1F3634B83}"/>
              </a:ext>
            </a:extLst>
          </p:cNvPr>
          <p:cNvCxnSpPr>
            <a:stCxn id="92" idx="5"/>
            <a:endCxn id="78" idx="0"/>
          </p:cNvCxnSpPr>
          <p:nvPr/>
        </p:nvCxnSpPr>
        <p:spPr>
          <a:xfrm>
            <a:off x="5357854" y="5343300"/>
            <a:ext cx="182794" cy="56147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reto 121">
            <a:extLst>
              <a:ext uri="{FF2B5EF4-FFF2-40B4-BE49-F238E27FC236}">
                <a16:creationId xmlns:a16="http://schemas.microsoft.com/office/drawing/2014/main" id="{970D1A59-6623-42D4-38A0-5360F2D4CF1D}"/>
              </a:ext>
            </a:extLst>
          </p:cNvPr>
          <p:cNvCxnSpPr>
            <a:stCxn id="80" idx="3"/>
            <a:endCxn id="64" idx="0"/>
          </p:cNvCxnSpPr>
          <p:nvPr/>
        </p:nvCxnSpPr>
        <p:spPr>
          <a:xfrm flipH="1">
            <a:off x="6444379" y="5335681"/>
            <a:ext cx="183169" cy="56909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to 123">
            <a:extLst>
              <a:ext uri="{FF2B5EF4-FFF2-40B4-BE49-F238E27FC236}">
                <a16:creationId xmlns:a16="http://schemas.microsoft.com/office/drawing/2014/main" id="{BF00AB7D-6C99-1CAF-67A5-4C5E4A3571E3}"/>
              </a:ext>
            </a:extLst>
          </p:cNvPr>
          <p:cNvCxnSpPr>
            <a:stCxn id="80" idx="5"/>
            <a:endCxn id="66" idx="0"/>
          </p:cNvCxnSpPr>
          <p:nvPr/>
        </p:nvCxnSpPr>
        <p:spPr>
          <a:xfrm>
            <a:off x="7058732" y="5335681"/>
            <a:ext cx="190414" cy="56909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ector reto 125">
            <a:extLst>
              <a:ext uri="{FF2B5EF4-FFF2-40B4-BE49-F238E27FC236}">
                <a16:creationId xmlns:a16="http://schemas.microsoft.com/office/drawing/2014/main" id="{CC2972E4-92E1-9EF3-D528-399046427F92}"/>
              </a:ext>
            </a:extLst>
          </p:cNvPr>
          <p:cNvCxnSpPr>
            <a:cxnSpLocks/>
            <a:stCxn id="84" idx="3"/>
            <a:endCxn id="68" idx="0"/>
          </p:cNvCxnSpPr>
          <p:nvPr/>
        </p:nvCxnSpPr>
        <p:spPr>
          <a:xfrm flipH="1">
            <a:off x="8151404" y="5343300"/>
            <a:ext cx="190789" cy="56147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ector reto 127">
            <a:extLst>
              <a:ext uri="{FF2B5EF4-FFF2-40B4-BE49-F238E27FC236}">
                <a16:creationId xmlns:a16="http://schemas.microsoft.com/office/drawing/2014/main" id="{9F565DEF-818C-034A-AFE4-DAA7FB58399C}"/>
              </a:ext>
            </a:extLst>
          </p:cNvPr>
          <p:cNvCxnSpPr>
            <a:cxnSpLocks/>
            <a:stCxn id="84" idx="5"/>
            <a:endCxn id="70" idx="0"/>
          </p:cNvCxnSpPr>
          <p:nvPr/>
        </p:nvCxnSpPr>
        <p:spPr>
          <a:xfrm>
            <a:off x="8773377" y="5343300"/>
            <a:ext cx="182794" cy="56147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Seta: para a Direita 128">
            <a:extLst>
              <a:ext uri="{FF2B5EF4-FFF2-40B4-BE49-F238E27FC236}">
                <a16:creationId xmlns:a16="http://schemas.microsoft.com/office/drawing/2014/main" id="{CFA0861D-83CD-7F8B-CE54-7C2F929B861A}"/>
              </a:ext>
            </a:extLst>
          </p:cNvPr>
          <p:cNvSpPr/>
          <p:nvPr/>
        </p:nvSpPr>
        <p:spPr>
          <a:xfrm>
            <a:off x="3435237" y="3717346"/>
            <a:ext cx="313507" cy="337715"/>
          </a:xfrm>
          <a:prstGeom prst="rightArrow">
            <a:avLst/>
          </a:prstGeom>
          <a:solidFill>
            <a:srgbClr val="FF505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41855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E4876-14CD-C09D-3AA7-31B39CFDC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2CE85C-CC29-73E8-1566-1ADBF29E2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64" name="Elipse 63">
            <a:extLst>
              <a:ext uri="{FF2B5EF4-FFF2-40B4-BE49-F238E27FC236}">
                <a16:creationId xmlns:a16="http://schemas.microsoft.com/office/drawing/2014/main" id="{0258C011-4AFF-05EC-CC39-248FE67CF410}"/>
              </a:ext>
            </a:extLst>
          </p:cNvPr>
          <p:cNvSpPr/>
          <p:nvPr/>
        </p:nvSpPr>
        <p:spPr>
          <a:xfrm>
            <a:off x="6139486" y="5904773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L</a:t>
            </a:r>
          </a:p>
        </p:txBody>
      </p:sp>
      <p:sp>
        <p:nvSpPr>
          <p:cNvPr id="66" name="Elipse 65">
            <a:extLst>
              <a:ext uri="{FF2B5EF4-FFF2-40B4-BE49-F238E27FC236}">
                <a16:creationId xmlns:a16="http://schemas.microsoft.com/office/drawing/2014/main" id="{BE67D27C-BA74-7BEE-370C-9B95E08A60E5}"/>
              </a:ext>
            </a:extLst>
          </p:cNvPr>
          <p:cNvSpPr/>
          <p:nvPr/>
        </p:nvSpPr>
        <p:spPr>
          <a:xfrm>
            <a:off x="6944253" y="5904773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M</a:t>
            </a:r>
          </a:p>
        </p:txBody>
      </p:sp>
      <p:sp>
        <p:nvSpPr>
          <p:cNvPr id="68" name="Elipse 67">
            <a:extLst>
              <a:ext uri="{FF2B5EF4-FFF2-40B4-BE49-F238E27FC236}">
                <a16:creationId xmlns:a16="http://schemas.microsoft.com/office/drawing/2014/main" id="{0A901BDD-BA09-0D63-B506-FA11A0918BA0}"/>
              </a:ext>
            </a:extLst>
          </p:cNvPr>
          <p:cNvSpPr/>
          <p:nvPr/>
        </p:nvSpPr>
        <p:spPr>
          <a:xfrm>
            <a:off x="7846511" y="5904772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N</a:t>
            </a:r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87B23055-020A-FE27-B8D9-64A551ACFC72}"/>
              </a:ext>
            </a:extLst>
          </p:cNvPr>
          <p:cNvSpPr/>
          <p:nvPr/>
        </p:nvSpPr>
        <p:spPr>
          <a:xfrm>
            <a:off x="8651278" y="5904772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O</a:t>
            </a: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EF715DBB-603C-8499-C791-6C6A9AEB65CB}"/>
              </a:ext>
            </a:extLst>
          </p:cNvPr>
          <p:cNvSpPr/>
          <p:nvPr/>
        </p:nvSpPr>
        <p:spPr>
          <a:xfrm>
            <a:off x="2723963" y="5904773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H</a:t>
            </a:r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D23A752C-CCC5-B083-36B7-6881E7E83954}"/>
              </a:ext>
            </a:extLst>
          </p:cNvPr>
          <p:cNvSpPr/>
          <p:nvPr/>
        </p:nvSpPr>
        <p:spPr>
          <a:xfrm>
            <a:off x="3528730" y="5904773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I</a:t>
            </a:r>
          </a:p>
        </p:txBody>
      </p:sp>
      <p:sp>
        <p:nvSpPr>
          <p:cNvPr id="76" name="Elipse 75">
            <a:extLst>
              <a:ext uri="{FF2B5EF4-FFF2-40B4-BE49-F238E27FC236}">
                <a16:creationId xmlns:a16="http://schemas.microsoft.com/office/drawing/2014/main" id="{7A56B835-6F0D-947F-5A2D-DB81BFC0417A}"/>
              </a:ext>
            </a:extLst>
          </p:cNvPr>
          <p:cNvSpPr/>
          <p:nvPr/>
        </p:nvSpPr>
        <p:spPr>
          <a:xfrm>
            <a:off x="4430988" y="5904772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J</a:t>
            </a:r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D9715015-2440-FDFB-8DC0-09D492BCEF20}"/>
              </a:ext>
            </a:extLst>
          </p:cNvPr>
          <p:cNvSpPr/>
          <p:nvPr/>
        </p:nvSpPr>
        <p:spPr>
          <a:xfrm>
            <a:off x="5235755" y="5904772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K</a:t>
            </a:r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5730169C-F1CA-95C6-09EF-88603247C752}"/>
              </a:ext>
            </a:extLst>
          </p:cNvPr>
          <p:cNvSpPr/>
          <p:nvPr/>
        </p:nvSpPr>
        <p:spPr>
          <a:xfrm>
            <a:off x="6538247" y="4815196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F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81C32E25-D0F7-1B9D-810F-9F63DC434EB0}"/>
              </a:ext>
            </a:extLst>
          </p:cNvPr>
          <p:cNvSpPr/>
          <p:nvPr/>
        </p:nvSpPr>
        <p:spPr>
          <a:xfrm>
            <a:off x="8252892" y="4822815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G</a:t>
            </a:r>
          </a:p>
        </p:txBody>
      </p:sp>
      <p:sp>
        <p:nvSpPr>
          <p:cNvPr id="88" name="Elipse 87">
            <a:extLst>
              <a:ext uri="{FF2B5EF4-FFF2-40B4-BE49-F238E27FC236}">
                <a16:creationId xmlns:a16="http://schemas.microsoft.com/office/drawing/2014/main" id="{82196A05-C117-684C-C46D-5D79BED4FAE3}"/>
              </a:ext>
            </a:extLst>
          </p:cNvPr>
          <p:cNvSpPr/>
          <p:nvPr/>
        </p:nvSpPr>
        <p:spPr>
          <a:xfrm>
            <a:off x="3130344" y="4807576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rgbClr val="000050"/>
                </a:solidFill>
              </a:rPr>
              <a:t>D</a:t>
            </a:r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DB2D9B11-34AB-8290-A2FE-FEDCCE094A65}"/>
              </a:ext>
            </a:extLst>
          </p:cNvPr>
          <p:cNvSpPr/>
          <p:nvPr/>
        </p:nvSpPr>
        <p:spPr>
          <a:xfrm>
            <a:off x="4837369" y="4822815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rgbClr val="000050"/>
                </a:solidFill>
              </a:rPr>
              <a:t>E</a:t>
            </a:r>
          </a:p>
        </p:txBody>
      </p:sp>
      <p:sp>
        <p:nvSpPr>
          <p:cNvPr id="96" name="Elipse 95">
            <a:extLst>
              <a:ext uri="{FF2B5EF4-FFF2-40B4-BE49-F238E27FC236}">
                <a16:creationId xmlns:a16="http://schemas.microsoft.com/office/drawing/2014/main" id="{25EC6862-870D-05FD-3771-B9921B5ADE38}"/>
              </a:ext>
            </a:extLst>
          </p:cNvPr>
          <p:cNvSpPr/>
          <p:nvPr/>
        </p:nvSpPr>
        <p:spPr>
          <a:xfrm>
            <a:off x="3979412" y="3684272"/>
            <a:ext cx="609786" cy="609786"/>
          </a:xfrm>
          <a:prstGeom prst="ellipse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rgbClr val="000050"/>
                </a:solidFill>
              </a:rPr>
              <a:t>B</a:t>
            </a:r>
          </a:p>
        </p:txBody>
      </p:sp>
      <p:sp>
        <p:nvSpPr>
          <p:cNvPr id="98" name="Elipse 97">
            <a:extLst>
              <a:ext uri="{FF2B5EF4-FFF2-40B4-BE49-F238E27FC236}">
                <a16:creationId xmlns:a16="http://schemas.microsoft.com/office/drawing/2014/main" id="{864F9425-82E2-9843-E5C7-C900848041D9}"/>
              </a:ext>
            </a:extLst>
          </p:cNvPr>
          <p:cNvSpPr/>
          <p:nvPr/>
        </p:nvSpPr>
        <p:spPr>
          <a:xfrm>
            <a:off x="5694057" y="2381251"/>
            <a:ext cx="609786" cy="609786"/>
          </a:xfrm>
          <a:prstGeom prst="ellipse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rgbClr val="000050"/>
                </a:solidFill>
              </a:rPr>
              <a:t>A</a:t>
            </a:r>
          </a:p>
        </p:txBody>
      </p:sp>
      <p:sp>
        <p:nvSpPr>
          <p:cNvPr id="100" name="Elipse 99">
            <a:extLst>
              <a:ext uri="{FF2B5EF4-FFF2-40B4-BE49-F238E27FC236}">
                <a16:creationId xmlns:a16="http://schemas.microsoft.com/office/drawing/2014/main" id="{BAC4BF3A-6DA4-2D8C-F9E5-DA3180D24849}"/>
              </a:ext>
            </a:extLst>
          </p:cNvPr>
          <p:cNvSpPr/>
          <p:nvPr/>
        </p:nvSpPr>
        <p:spPr>
          <a:xfrm>
            <a:off x="7394072" y="3670603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rgbClr val="000050"/>
                </a:solidFill>
              </a:rPr>
              <a:t>C</a:t>
            </a:r>
          </a:p>
        </p:txBody>
      </p:sp>
      <p:cxnSp>
        <p:nvCxnSpPr>
          <p:cNvPr id="102" name="Conector reto 101">
            <a:extLst>
              <a:ext uri="{FF2B5EF4-FFF2-40B4-BE49-F238E27FC236}">
                <a16:creationId xmlns:a16="http://schemas.microsoft.com/office/drawing/2014/main" id="{83117205-F13F-EB39-01F9-AF12A338209F}"/>
              </a:ext>
            </a:extLst>
          </p:cNvPr>
          <p:cNvCxnSpPr>
            <a:cxnSpLocks/>
            <a:stCxn id="98" idx="5"/>
            <a:endCxn id="100" idx="1"/>
          </p:cNvCxnSpPr>
          <p:nvPr/>
        </p:nvCxnSpPr>
        <p:spPr>
          <a:xfrm>
            <a:off x="6214542" y="2901736"/>
            <a:ext cx="1268831" cy="858168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reto 103">
            <a:extLst>
              <a:ext uri="{FF2B5EF4-FFF2-40B4-BE49-F238E27FC236}">
                <a16:creationId xmlns:a16="http://schemas.microsoft.com/office/drawing/2014/main" id="{70A2BD4B-27E8-5E00-0EB5-3D5FFFE719C9}"/>
              </a:ext>
            </a:extLst>
          </p:cNvPr>
          <p:cNvCxnSpPr>
            <a:cxnSpLocks/>
            <a:stCxn id="98" idx="3"/>
            <a:endCxn id="96" idx="7"/>
          </p:cNvCxnSpPr>
          <p:nvPr/>
        </p:nvCxnSpPr>
        <p:spPr>
          <a:xfrm flipH="1">
            <a:off x="4499897" y="2901736"/>
            <a:ext cx="1283461" cy="871837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ector reto 105">
            <a:extLst>
              <a:ext uri="{FF2B5EF4-FFF2-40B4-BE49-F238E27FC236}">
                <a16:creationId xmlns:a16="http://schemas.microsoft.com/office/drawing/2014/main" id="{56FB6344-4412-4E4D-BF65-C4E18B52D974}"/>
              </a:ext>
            </a:extLst>
          </p:cNvPr>
          <p:cNvCxnSpPr>
            <a:stCxn id="96" idx="3"/>
            <a:endCxn id="88" idx="7"/>
          </p:cNvCxnSpPr>
          <p:nvPr/>
        </p:nvCxnSpPr>
        <p:spPr>
          <a:xfrm flipH="1">
            <a:off x="3650829" y="4204757"/>
            <a:ext cx="417884" cy="692120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to 107">
            <a:extLst>
              <a:ext uri="{FF2B5EF4-FFF2-40B4-BE49-F238E27FC236}">
                <a16:creationId xmlns:a16="http://schemas.microsoft.com/office/drawing/2014/main" id="{FD5E21FF-3D61-1B74-2231-5D9667EB5201}"/>
              </a:ext>
            </a:extLst>
          </p:cNvPr>
          <p:cNvCxnSpPr>
            <a:stCxn id="96" idx="5"/>
            <a:endCxn id="92" idx="1"/>
          </p:cNvCxnSpPr>
          <p:nvPr/>
        </p:nvCxnSpPr>
        <p:spPr>
          <a:xfrm>
            <a:off x="4499897" y="4204757"/>
            <a:ext cx="426773" cy="707359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to 109">
            <a:extLst>
              <a:ext uri="{FF2B5EF4-FFF2-40B4-BE49-F238E27FC236}">
                <a16:creationId xmlns:a16="http://schemas.microsoft.com/office/drawing/2014/main" id="{20F50896-D157-F781-44CB-02892DF7330D}"/>
              </a:ext>
            </a:extLst>
          </p:cNvPr>
          <p:cNvCxnSpPr>
            <a:stCxn id="88" idx="3"/>
            <a:endCxn id="72" idx="0"/>
          </p:cNvCxnSpPr>
          <p:nvPr/>
        </p:nvCxnSpPr>
        <p:spPr>
          <a:xfrm flipH="1">
            <a:off x="3028856" y="5328061"/>
            <a:ext cx="190789" cy="57671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to 111">
            <a:extLst>
              <a:ext uri="{FF2B5EF4-FFF2-40B4-BE49-F238E27FC236}">
                <a16:creationId xmlns:a16="http://schemas.microsoft.com/office/drawing/2014/main" id="{D07BFDA3-2349-3E56-F650-22BBF11061EE}"/>
              </a:ext>
            </a:extLst>
          </p:cNvPr>
          <p:cNvCxnSpPr>
            <a:stCxn id="88" idx="5"/>
            <a:endCxn id="74" idx="0"/>
          </p:cNvCxnSpPr>
          <p:nvPr/>
        </p:nvCxnSpPr>
        <p:spPr>
          <a:xfrm>
            <a:off x="3650829" y="5328061"/>
            <a:ext cx="182794" cy="57671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to 113">
            <a:extLst>
              <a:ext uri="{FF2B5EF4-FFF2-40B4-BE49-F238E27FC236}">
                <a16:creationId xmlns:a16="http://schemas.microsoft.com/office/drawing/2014/main" id="{0699B2F1-2CE7-B2A0-BCA7-AD00BF4B1288}"/>
              </a:ext>
            </a:extLst>
          </p:cNvPr>
          <p:cNvCxnSpPr>
            <a:cxnSpLocks/>
            <a:stCxn id="100" idx="3"/>
            <a:endCxn id="80" idx="7"/>
          </p:cNvCxnSpPr>
          <p:nvPr/>
        </p:nvCxnSpPr>
        <p:spPr>
          <a:xfrm flipH="1">
            <a:off x="7058732" y="4191088"/>
            <a:ext cx="424641" cy="713409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to 115">
            <a:extLst>
              <a:ext uri="{FF2B5EF4-FFF2-40B4-BE49-F238E27FC236}">
                <a16:creationId xmlns:a16="http://schemas.microsoft.com/office/drawing/2014/main" id="{85B0AAB4-1E0D-4A33-D1FB-1F44F186F181}"/>
              </a:ext>
            </a:extLst>
          </p:cNvPr>
          <p:cNvCxnSpPr>
            <a:cxnSpLocks/>
            <a:stCxn id="100" idx="5"/>
            <a:endCxn id="84" idx="1"/>
          </p:cNvCxnSpPr>
          <p:nvPr/>
        </p:nvCxnSpPr>
        <p:spPr>
          <a:xfrm>
            <a:off x="7914557" y="4191088"/>
            <a:ext cx="427636" cy="721028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ector reto 117">
            <a:extLst>
              <a:ext uri="{FF2B5EF4-FFF2-40B4-BE49-F238E27FC236}">
                <a16:creationId xmlns:a16="http://schemas.microsoft.com/office/drawing/2014/main" id="{D0CE04A4-8BCB-2D2C-5D18-1C60B3B3E67D}"/>
              </a:ext>
            </a:extLst>
          </p:cNvPr>
          <p:cNvCxnSpPr>
            <a:stCxn id="92" idx="3"/>
            <a:endCxn id="76" idx="0"/>
          </p:cNvCxnSpPr>
          <p:nvPr/>
        </p:nvCxnSpPr>
        <p:spPr>
          <a:xfrm flipH="1">
            <a:off x="4735881" y="5343300"/>
            <a:ext cx="190789" cy="56147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ector reto 119">
            <a:extLst>
              <a:ext uri="{FF2B5EF4-FFF2-40B4-BE49-F238E27FC236}">
                <a16:creationId xmlns:a16="http://schemas.microsoft.com/office/drawing/2014/main" id="{D7ABCD56-9A9B-6751-D539-8FD33E946B0B}"/>
              </a:ext>
            </a:extLst>
          </p:cNvPr>
          <p:cNvCxnSpPr>
            <a:stCxn id="92" idx="5"/>
            <a:endCxn id="78" idx="0"/>
          </p:cNvCxnSpPr>
          <p:nvPr/>
        </p:nvCxnSpPr>
        <p:spPr>
          <a:xfrm>
            <a:off x="5357854" y="5343300"/>
            <a:ext cx="182794" cy="56147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reto 121">
            <a:extLst>
              <a:ext uri="{FF2B5EF4-FFF2-40B4-BE49-F238E27FC236}">
                <a16:creationId xmlns:a16="http://schemas.microsoft.com/office/drawing/2014/main" id="{7C2BE6FC-99E0-8E9E-51F1-B24FFE6DE598}"/>
              </a:ext>
            </a:extLst>
          </p:cNvPr>
          <p:cNvCxnSpPr>
            <a:stCxn id="80" idx="3"/>
            <a:endCxn id="64" idx="0"/>
          </p:cNvCxnSpPr>
          <p:nvPr/>
        </p:nvCxnSpPr>
        <p:spPr>
          <a:xfrm flipH="1">
            <a:off x="6444379" y="5335681"/>
            <a:ext cx="183169" cy="56909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to 123">
            <a:extLst>
              <a:ext uri="{FF2B5EF4-FFF2-40B4-BE49-F238E27FC236}">
                <a16:creationId xmlns:a16="http://schemas.microsoft.com/office/drawing/2014/main" id="{9AB9302C-3C0C-1C26-EBA2-58D913A7D85F}"/>
              </a:ext>
            </a:extLst>
          </p:cNvPr>
          <p:cNvCxnSpPr>
            <a:stCxn id="80" idx="5"/>
            <a:endCxn id="66" idx="0"/>
          </p:cNvCxnSpPr>
          <p:nvPr/>
        </p:nvCxnSpPr>
        <p:spPr>
          <a:xfrm>
            <a:off x="7058732" y="5335681"/>
            <a:ext cx="190414" cy="56909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ector reto 125">
            <a:extLst>
              <a:ext uri="{FF2B5EF4-FFF2-40B4-BE49-F238E27FC236}">
                <a16:creationId xmlns:a16="http://schemas.microsoft.com/office/drawing/2014/main" id="{B292D524-5915-40E3-9768-CC8AD7139ABA}"/>
              </a:ext>
            </a:extLst>
          </p:cNvPr>
          <p:cNvCxnSpPr>
            <a:cxnSpLocks/>
            <a:stCxn id="84" idx="3"/>
            <a:endCxn id="68" idx="0"/>
          </p:cNvCxnSpPr>
          <p:nvPr/>
        </p:nvCxnSpPr>
        <p:spPr>
          <a:xfrm flipH="1">
            <a:off x="8151404" y="5343300"/>
            <a:ext cx="190789" cy="56147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ector reto 127">
            <a:extLst>
              <a:ext uri="{FF2B5EF4-FFF2-40B4-BE49-F238E27FC236}">
                <a16:creationId xmlns:a16="http://schemas.microsoft.com/office/drawing/2014/main" id="{5A16A32C-F5BB-C6A9-AB65-43FC4945302A}"/>
              </a:ext>
            </a:extLst>
          </p:cNvPr>
          <p:cNvCxnSpPr>
            <a:cxnSpLocks/>
            <a:stCxn id="84" idx="5"/>
            <a:endCxn id="70" idx="0"/>
          </p:cNvCxnSpPr>
          <p:nvPr/>
        </p:nvCxnSpPr>
        <p:spPr>
          <a:xfrm>
            <a:off x="8773377" y="5343300"/>
            <a:ext cx="182794" cy="56147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Seta: para a Direita 128">
            <a:extLst>
              <a:ext uri="{FF2B5EF4-FFF2-40B4-BE49-F238E27FC236}">
                <a16:creationId xmlns:a16="http://schemas.microsoft.com/office/drawing/2014/main" id="{0D8E1A5E-F95B-03CA-D19C-21A1B663739A}"/>
              </a:ext>
            </a:extLst>
          </p:cNvPr>
          <p:cNvSpPr/>
          <p:nvPr/>
        </p:nvSpPr>
        <p:spPr>
          <a:xfrm>
            <a:off x="2699613" y="4896877"/>
            <a:ext cx="313507" cy="337715"/>
          </a:xfrm>
          <a:prstGeom prst="rightArrow">
            <a:avLst/>
          </a:prstGeom>
          <a:solidFill>
            <a:srgbClr val="FF505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11292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59884-438B-59F6-C884-C4119A0D1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EF1C6C-C819-E14E-A3F5-90A20B8D9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64" name="Elipse 63">
            <a:extLst>
              <a:ext uri="{FF2B5EF4-FFF2-40B4-BE49-F238E27FC236}">
                <a16:creationId xmlns:a16="http://schemas.microsoft.com/office/drawing/2014/main" id="{97F9DDCD-16FF-8020-BBBA-A43E2F1670FD}"/>
              </a:ext>
            </a:extLst>
          </p:cNvPr>
          <p:cNvSpPr/>
          <p:nvPr/>
        </p:nvSpPr>
        <p:spPr>
          <a:xfrm>
            <a:off x="6139486" y="5904773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L</a:t>
            </a:r>
          </a:p>
        </p:txBody>
      </p:sp>
      <p:sp>
        <p:nvSpPr>
          <p:cNvPr id="66" name="Elipse 65">
            <a:extLst>
              <a:ext uri="{FF2B5EF4-FFF2-40B4-BE49-F238E27FC236}">
                <a16:creationId xmlns:a16="http://schemas.microsoft.com/office/drawing/2014/main" id="{10B6053E-869A-A717-423B-74D3ECF0195F}"/>
              </a:ext>
            </a:extLst>
          </p:cNvPr>
          <p:cNvSpPr/>
          <p:nvPr/>
        </p:nvSpPr>
        <p:spPr>
          <a:xfrm>
            <a:off x="6944253" y="5904773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M</a:t>
            </a:r>
          </a:p>
        </p:txBody>
      </p:sp>
      <p:sp>
        <p:nvSpPr>
          <p:cNvPr id="68" name="Elipse 67">
            <a:extLst>
              <a:ext uri="{FF2B5EF4-FFF2-40B4-BE49-F238E27FC236}">
                <a16:creationId xmlns:a16="http://schemas.microsoft.com/office/drawing/2014/main" id="{9B4AC8D4-0362-6F8C-8D7B-81D84CC25630}"/>
              </a:ext>
            </a:extLst>
          </p:cNvPr>
          <p:cNvSpPr/>
          <p:nvPr/>
        </p:nvSpPr>
        <p:spPr>
          <a:xfrm>
            <a:off x="7846511" y="5904772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N</a:t>
            </a:r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E53F168C-751F-ACEC-D191-5AE5220FD42F}"/>
              </a:ext>
            </a:extLst>
          </p:cNvPr>
          <p:cNvSpPr/>
          <p:nvPr/>
        </p:nvSpPr>
        <p:spPr>
          <a:xfrm>
            <a:off x="8651278" y="5904772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O</a:t>
            </a: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5522D9BE-4B9F-3F16-77E5-726C8E3B0699}"/>
              </a:ext>
            </a:extLst>
          </p:cNvPr>
          <p:cNvSpPr/>
          <p:nvPr/>
        </p:nvSpPr>
        <p:spPr>
          <a:xfrm>
            <a:off x="2723963" y="5904773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rgbClr val="000050"/>
                </a:solidFill>
              </a:rPr>
              <a:t>H</a:t>
            </a:r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5D60F38C-F8C2-70FD-BA6D-E476FFA2F41E}"/>
              </a:ext>
            </a:extLst>
          </p:cNvPr>
          <p:cNvSpPr/>
          <p:nvPr/>
        </p:nvSpPr>
        <p:spPr>
          <a:xfrm>
            <a:off x="3528730" y="5904773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rgbClr val="000050"/>
                </a:solidFill>
              </a:rPr>
              <a:t>I</a:t>
            </a:r>
          </a:p>
        </p:txBody>
      </p:sp>
      <p:sp>
        <p:nvSpPr>
          <p:cNvPr id="76" name="Elipse 75">
            <a:extLst>
              <a:ext uri="{FF2B5EF4-FFF2-40B4-BE49-F238E27FC236}">
                <a16:creationId xmlns:a16="http://schemas.microsoft.com/office/drawing/2014/main" id="{BAF1165C-3ECC-5D2D-0B4C-FE3C5C265B0C}"/>
              </a:ext>
            </a:extLst>
          </p:cNvPr>
          <p:cNvSpPr/>
          <p:nvPr/>
        </p:nvSpPr>
        <p:spPr>
          <a:xfrm>
            <a:off x="4430988" y="5904772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J</a:t>
            </a:r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BD940920-B31E-136F-B27A-C58DB37C1EDB}"/>
              </a:ext>
            </a:extLst>
          </p:cNvPr>
          <p:cNvSpPr/>
          <p:nvPr/>
        </p:nvSpPr>
        <p:spPr>
          <a:xfrm>
            <a:off x="5235755" y="5904772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K</a:t>
            </a:r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E01F1BA8-6AC5-84C9-C86C-F941D7FB1913}"/>
              </a:ext>
            </a:extLst>
          </p:cNvPr>
          <p:cNvSpPr/>
          <p:nvPr/>
        </p:nvSpPr>
        <p:spPr>
          <a:xfrm>
            <a:off x="6538247" y="4815196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F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1CBE2829-686E-0822-43D3-69F5AAF99699}"/>
              </a:ext>
            </a:extLst>
          </p:cNvPr>
          <p:cNvSpPr/>
          <p:nvPr/>
        </p:nvSpPr>
        <p:spPr>
          <a:xfrm>
            <a:off x="8252892" y="4822815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G</a:t>
            </a:r>
          </a:p>
        </p:txBody>
      </p:sp>
      <p:sp>
        <p:nvSpPr>
          <p:cNvPr id="88" name="Elipse 87">
            <a:extLst>
              <a:ext uri="{FF2B5EF4-FFF2-40B4-BE49-F238E27FC236}">
                <a16:creationId xmlns:a16="http://schemas.microsoft.com/office/drawing/2014/main" id="{34AA6C89-5A06-1A19-CBAC-1D86E4C5B393}"/>
              </a:ext>
            </a:extLst>
          </p:cNvPr>
          <p:cNvSpPr/>
          <p:nvPr/>
        </p:nvSpPr>
        <p:spPr>
          <a:xfrm>
            <a:off x="3130344" y="4807576"/>
            <a:ext cx="609786" cy="609786"/>
          </a:xfrm>
          <a:prstGeom prst="ellipse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rgbClr val="000050"/>
                </a:solidFill>
              </a:rPr>
              <a:t>D</a:t>
            </a:r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724EC790-00BE-2F96-EE8D-12B81E050E7F}"/>
              </a:ext>
            </a:extLst>
          </p:cNvPr>
          <p:cNvSpPr/>
          <p:nvPr/>
        </p:nvSpPr>
        <p:spPr>
          <a:xfrm>
            <a:off x="4837369" y="4822815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rgbClr val="000050"/>
                </a:solidFill>
              </a:rPr>
              <a:t>E</a:t>
            </a:r>
          </a:p>
        </p:txBody>
      </p:sp>
      <p:sp>
        <p:nvSpPr>
          <p:cNvPr id="96" name="Elipse 95">
            <a:extLst>
              <a:ext uri="{FF2B5EF4-FFF2-40B4-BE49-F238E27FC236}">
                <a16:creationId xmlns:a16="http://schemas.microsoft.com/office/drawing/2014/main" id="{AB9D85FD-78A8-6851-0A21-442820996C96}"/>
              </a:ext>
            </a:extLst>
          </p:cNvPr>
          <p:cNvSpPr/>
          <p:nvPr/>
        </p:nvSpPr>
        <p:spPr>
          <a:xfrm>
            <a:off x="3979412" y="3684272"/>
            <a:ext cx="609786" cy="609786"/>
          </a:xfrm>
          <a:prstGeom prst="ellipse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rgbClr val="000050"/>
                </a:solidFill>
              </a:rPr>
              <a:t>B</a:t>
            </a:r>
          </a:p>
        </p:txBody>
      </p:sp>
      <p:sp>
        <p:nvSpPr>
          <p:cNvPr id="98" name="Elipse 97">
            <a:extLst>
              <a:ext uri="{FF2B5EF4-FFF2-40B4-BE49-F238E27FC236}">
                <a16:creationId xmlns:a16="http://schemas.microsoft.com/office/drawing/2014/main" id="{F71F9AEB-D0E9-C8F3-9064-003E3FD6B330}"/>
              </a:ext>
            </a:extLst>
          </p:cNvPr>
          <p:cNvSpPr/>
          <p:nvPr/>
        </p:nvSpPr>
        <p:spPr>
          <a:xfrm>
            <a:off x="5694057" y="2381251"/>
            <a:ext cx="609786" cy="609786"/>
          </a:xfrm>
          <a:prstGeom prst="ellipse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rgbClr val="000050"/>
                </a:solidFill>
              </a:rPr>
              <a:t>A</a:t>
            </a:r>
          </a:p>
        </p:txBody>
      </p:sp>
      <p:sp>
        <p:nvSpPr>
          <p:cNvPr id="100" name="Elipse 99">
            <a:extLst>
              <a:ext uri="{FF2B5EF4-FFF2-40B4-BE49-F238E27FC236}">
                <a16:creationId xmlns:a16="http://schemas.microsoft.com/office/drawing/2014/main" id="{99030589-CDCA-B795-95C1-096B954DC605}"/>
              </a:ext>
            </a:extLst>
          </p:cNvPr>
          <p:cNvSpPr/>
          <p:nvPr/>
        </p:nvSpPr>
        <p:spPr>
          <a:xfrm>
            <a:off x="7394072" y="3670603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rgbClr val="000050"/>
                </a:solidFill>
              </a:rPr>
              <a:t>C</a:t>
            </a:r>
          </a:p>
        </p:txBody>
      </p:sp>
      <p:cxnSp>
        <p:nvCxnSpPr>
          <p:cNvPr id="102" name="Conector reto 101">
            <a:extLst>
              <a:ext uri="{FF2B5EF4-FFF2-40B4-BE49-F238E27FC236}">
                <a16:creationId xmlns:a16="http://schemas.microsoft.com/office/drawing/2014/main" id="{5A4A4265-19FD-07BB-F2C8-594D748E63D5}"/>
              </a:ext>
            </a:extLst>
          </p:cNvPr>
          <p:cNvCxnSpPr>
            <a:cxnSpLocks/>
            <a:stCxn id="98" idx="5"/>
            <a:endCxn id="100" idx="1"/>
          </p:cNvCxnSpPr>
          <p:nvPr/>
        </p:nvCxnSpPr>
        <p:spPr>
          <a:xfrm>
            <a:off x="6214542" y="2901736"/>
            <a:ext cx="1268831" cy="858168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reto 103">
            <a:extLst>
              <a:ext uri="{FF2B5EF4-FFF2-40B4-BE49-F238E27FC236}">
                <a16:creationId xmlns:a16="http://schemas.microsoft.com/office/drawing/2014/main" id="{F355CAEC-C756-418E-F28F-268FCDBFE32B}"/>
              </a:ext>
            </a:extLst>
          </p:cNvPr>
          <p:cNvCxnSpPr>
            <a:cxnSpLocks/>
            <a:stCxn id="98" idx="3"/>
            <a:endCxn id="96" idx="7"/>
          </p:cNvCxnSpPr>
          <p:nvPr/>
        </p:nvCxnSpPr>
        <p:spPr>
          <a:xfrm flipH="1">
            <a:off x="4499897" y="2901736"/>
            <a:ext cx="1283461" cy="871837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ector reto 105">
            <a:extLst>
              <a:ext uri="{FF2B5EF4-FFF2-40B4-BE49-F238E27FC236}">
                <a16:creationId xmlns:a16="http://schemas.microsoft.com/office/drawing/2014/main" id="{084D9A95-1A9A-CA06-1690-7547EDA05CE8}"/>
              </a:ext>
            </a:extLst>
          </p:cNvPr>
          <p:cNvCxnSpPr>
            <a:stCxn id="96" idx="3"/>
            <a:endCxn id="88" idx="7"/>
          </p:cNvCxnSpPr>
          <p:nvPr/>
        </p:nvCxnSpPr>
        <p:spPr>
          <a:xfrm flipH="1">
            <a:off x="3650829" y="4204757"/>
            <a:ext cx="417884" cy="692120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to 107">
            <a:extLst>
              <a:ext uri="{FF2B5EF4-FFF2-40B4-BE49-F238E27FC236}">
                <a16:creationId xmlns:a16="http://schemas.microsoft.com/office/drawing/2014/main" id="{36D19E14-0280-5805-20BD-2CB5C085D06A}"/>
              </a:ext>
            </a:extLst>
          </p:cNvPr>
          <p:cNvCxnSpPr>
            <a:stCxn id="96" idx="5"/>
            <a:endCxn id="92" idx="1"/>
          </p:cNvCxnSpPr>
          <p:nvPr/>
        </p:nvCxnSpPr>
        <p:spPr>
          <a:xfrm>
            <a:off x="4499897" y="4204757"/>
            <a:ext cx="426773" cy="707359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to 109">
            <a:extLst>
              <a:ext uri="{FF2B5EF4-FFF2-40B4-BE49-F238E27FC236}">
                <a16:creationId xmlns:a16="http://schemas.microsoft.com/office/drawing/2014/main" id="{EC5EC317-649B-7FF0-E7D1-61B8A6B4B167}"/>
              </a:ext>
            </a:extLst>
          </p:cNvPr>
          <p:cNvCxnSpPr>
            <a:stCxn id="88" idx="3"/>
            <a:endCxn id="72" idx="0"/>
          </p:cNvCxnSpPr>
          <p:nvPr/>
        </p:nvCxnSpPr>
        <p:spPr>
          <a:xfrm flipH="1">
            <a:off x="3028856" y="5328061"/>
            <a:ext cx="190789" cy="576712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to 111">
            <a:extLst>
              <a:ext uri="{FF2B5EF4-FFF2-40B4-BE49-F238E27FC236}">
                <a16:creationId xmlns:a16="http://schemas.microsoft.com/office/drawing/2014/main" id="{DD8CFB49-0E08-A916-857C-F88A43D678BE}"/>
              </a:ext>
            </a:extLst>
          </p:cNvPr>
          <p:cNvCxnSpPr>
            <a:stCxn id="88" idx="5"/>
            <a:endCxn id="74" idx="0"/>
          </p:cNvCxnSpPr>
          <p:nvPr/>
        </p:nvCxnSpPr>
        <p:spPr>
          <a:xfrm>
            <a:off x="3650829" y="5328061"/>
            <a:ext cx="182794" cy="576712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to 113">
            <a:extLst>
              <a:ext uri="{FF2B5EF4-FFF2-40B4-BE49-F238E27FC236}">
                <a16:creationId xmlns:a16="http://schemas.microsoft.com/office/drawing/2014/main" id="{3DCECBDE-59AA-81E9-36D5-2685E19C5C8A}"/>
              </a:ext>
            </a:extLst>
          </p:cNvPr>
          <p:cNvCxnSpPr>
            <a:cxnSpLocks/>
            <a:stCxn id="100" idx="3"/>
            <a:endCxn id="80" idx="7"/>
          </p:cNvCxnSpPr>
          <p:nvPr/>
        </p:nvCxnSpPr>
        <p:spPr>
          <a:xfrm flipH="1">
            <a:off x="7058732" y="4191088"/>
            <a:ext cx="424641" cy="713409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to 115">
            <a:extLst>
              <a:ext uri="{FF2B5EF4-FFF2-40B4-BE49-F238E27FC236}">
                <a16:creationId xmlns:a16="http://schemas.microsoft.com/office/drawing/2014/main" id="{9CF28E28-BA34-4D6C-CAAA-73C36F041F7F}"/>
              </a:ext>
            </a:extLst>
          </p:cNvPr>
          <p:cNvCxnSpPr>
            <a:cxnSpLocks/>
            <a:stCxn id="100" idx="5"/>
            <a:endCxn id="84" idx="1"/>
          </p:cNvCxnSpPr>
          <p:nvPr/>
        </p:nvCxnSpPr>
        <p:spPr>
          <a:xfrm>
            <a:off x="7914557" y="4191088"/>
            <a:ext cx="427636" cy="721028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ector reto 117">
            <a:extLst>
              <a:ext uri="{FF2B5EF4-FFF2-40B4-BE49-F238E27FC236}">
                <a16:creationId xmlns:a16="http://schemas.microsoft.com/office/drawing/2014/main" id="{022AEB81-688C-8438-096D-C0B65D68E22F}"/>
              </a:ext>
            </a:extLst>
          </p:cNvPr>
          <p:cNvCxnSpPr>
            <a:stCxn id="92" idx="3"/>
            <a:endCxn id="76" idx="0"/>
          </p:cNvCxnSpPr>
          <p:nvPr/>
        </p:nvCxnSpPr>
        <p:spPr>
          <a:xfrm flipH="1">
            <a:off x="4735881" y="5343300"/>
            <a:ext cx="190789" cy="56147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ector reto 119">
            <a:extLst>
              <a:ext uri="{FF2B5EF4-FFF2-40B4-BE49-F238E27FC236}">
                <a16:creationId xmlns:a16="http://schemas.microsoft.com/office/drawing/2014/main" id="{757532C8-2BA6-3FC5-D37C-D31B3981FA27}"/>
              </a:ext>
            </a:extLst>
          </p:cNvPr>
          <p:cNvCxnSpPr>
            <a:stCxn id="92" idx="5"/>
            <a:endCxn id="78" idx="0"/>
          </p:cNvCxnSpPr>
          <p:nvPr/>
        </p:nvCxnSpPr>
        <p:spPr>
          <a:xfrm>
            <a:off x="5357854" y="5343300"/>
            <a:ext cx="182794" cy="56147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reto 121">
            <a:extLst>
              <a:ext uri="{FF2B5EF4-FFF2-40B4-BE49-F238E27FC236}">
                <a16:creationId xmlns:a16="http://schemas.microsoft.com/office/drawing/2014/main" id="{44CE1BE5-8FB4-16B7-BCB1-823CA1C9CBAC}"/>
              </a:ext>
            </a:extLst>
          </p:cNvPr>
          <p:cNvCxnSpPr>
            <a:stCxn id="80" idx="3"/>
            <a:endCxn id="64" idx="0"/>
          </p:cNvCxnSpPr>
          <p:nvPr/>
        </p:nvCxnSpPr>
        <p:spPr>
          <a:xfrm flipH="1">
            <a:off x="6444379" y="5335681"/>
            <a:ext cx="183169" cy="56909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to 123">
            <a:extLst>
              <a:ext uri="{FF2B5EF4-FFF2-40B4-BE49-F238E27FC236}">
                <a16:creationId xmlns:a16="http://schemas.microsoft.com/office/drawing/2014/main" id="{714BA99D-E271-BEE1-2F13-EC7B788ECCEB}"/>
              </a:ext>
            </a:extLst>
          </p:cNvPr>
          <p:cNvCxnSpPr>
            <a:stCxn id="80" idx="5"/>
            <a:endCxn id="66" idx="0"/>
          </p:cNvCxnSpPr>
          <p:nvPr/>
        </p:nvCxnSpPr>
        <p:spPr>
          <a:xfrm>
            <a:off x="7058732" y="5335681"/>
            <a:ext cx="190414" cy="56909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ector reto 125">
            <a:extLst>
              <a:ext uri="{FF2B5EF4-FFF2-40B4-BE49-F238E27FC236}">
                <a16:creationId xmlns:a16="http://schemas.microsoft.com/office/drawing/2014/main" id="{63A34F29-10BF-B0FF-7376-DDB5A7B48898}"/>
              </a:ext>
            </a:extLst>
          </p:cNvPr>
          <p:cNvCxnSpPr>
            <a:cxnSpLocks/>
            <a:stCxn id="84" idx="3"/>
            <a:endCxn id="68" idx="0"/>
          </p:cNvCxnSpPr>
          <p:nvPr/>
        </p:nvCxnSpPr>
        <p:spPr>
          <a:xfrm flipH="1">
            <a:off x="8151404" y="5343300"/>
            <a:ext cx="190789" cy="56147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ector reto 127">
            <a:extLst>
              <a:ext uri="{FF2B5EF4-FFF2-40B4-BE49-F238E27FC236}">
                <a16:creationId xmlns:a16="http://schemas.microsoft.com/office/drawing/2014/main" id="{5AFEA12D-6623-774A-562E-3CAC7B9933FA}"/>
              </a:ext>
            </a:extLst>
          </p:cNvPr>
          <p:cNvCxnSpPr>
            <a:cxnSpLocks/>
            <a:stCxn id="84" idx="5"/>
            <a:endCxn id="70" idx="0"/>
          </p:cNvCxnSpPr>
          <p:nvPr/>
        </p:nvCxnSpPr>
        <p:spPr>
          <a:xfrm>
            <a:off x="8773377" y="5343300"/>
            <a:ext cx="182794" cy="56147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Seta: para a Direita 128">
            <a:extLst>
              <a:ext uri="{FF2B5EF4-FFF2-40B4-BE49-F238E27FC236}">
                <a16:creationId xmlns:a16="http://schemas.microsoft.com/office/drawing/2014/main" id="{4F4DBED6-4EE3-0A6F-CBD4-AE9D0A05ABE0}"/>
              </a:ext>
            </a:extLst>
          </p:cNvPr>
          <p:cNvSpPr/>
          <p:nvPr/>
        </p:nvSpPr>
        <p:spPr>
          <a:xfrm>
            <a:off x="2267791" y="6040807"/>
            <a:ext cx="313507" cy="337715"/>
          </a:xfrm>
          <a:prstGeom prst="rightArrow">
            <a:avLst/>
          </a:prstGeom>
          <a:solidFill>
            <a:srgbClr val="FF505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82586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A6B92-7FDE-E616-4E23-D62469119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74A92A-FE2A-816F-CF55-F3E7DC889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64" name="Elipse 63">
            <a:extLst>
              <a:ext uri="{FF2B5EF4-FFF2-40B4-BE49-F238E27FC236}">
                <a16:creationId xmlns:a16="http://schemas.microsoft.com/office/drawing/2014/main" id="{8A45C88E-415C-B139-C1C0-049343AAA3C8}"/>
              </a:ext>
            </a:extLst>
          </p:cNvPr>
          <p:cNvSpPr/>
          <p:nvPr/>
        </p:nvSpPr>
        <p:spPr>
          <a:xfrm>
            <a:off x="6139486" y="5904773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L</a:t>
            </a:r>
          </a:p>
        </p:txBody>
      </p:sp>
      <p:sp>
        <p:nvSpPr>
          <p:cNvPr id="66" name="Elipse 65">
            <a:extLst>
              <a:ext uri="{FF2B5EF4-FFF2-40B4-BE49-F238E27FC236}">
                <a16:creationId xmlns:a16="http://schemas.microsoft.com/office/drawing/2014/main" id="{094E9045-8DEB-0DC0-DEF6-681552FEF192}"/>
              </a:ext>
            </a:extLst>
          </p:cNvPr>
          <p:cNvSpPr/>
          <p:nvPr/>
        </p:nvSpPr>
        <p:spPr>
          <a:xfrm>
            <a:off x="6944253" y="5904773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M</a:t>
            </a:r>
          </a:p>
        </p:txBody>
      </p:sp>
      <p:sp>
        <p:nvSpPr>
          <p:cNvPr id="68" name="Elipse 67">
            <a:extLst>
              <a:ext uri="{FF2B5EF4-FFF2-40B4-BE49-F238E27FC236}">
                <a16:creationId xmlns:a16="http://schemas.microsoft.com/office/drawing/2014/main" id="{CDE68219-6E10-07EE-1DB6-8FFB31418835}"/>
              </a:ext>
            </a:extLst>
          </p:cNvPr>
          <p:cNvSpPr/>
          <p:nvPr/>
        </p:nvSpPr>
        <p:spPr>
          <a:xfrm>
            <a:off x="7846511" y="5904772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N</a:t>
            </a:r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82C38BE0-B623-AF0A-B9F4-C3E60A1D0472}"/>
              </a:ext>
            </a:extLst>
          </p:cNvPr>
          <p:cNvSpPr/>
          <p:nvPr/>
        </p:nvSpPr>
        <p:spPr>
          <a:xfrm>
            <a:off x="8651278" y="5904772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O</a:t>
            </a: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5CDF32B2-3E0E-525F-F556-6EDDDC7CAB37}"/>
              </a:ext>
            </a:extLst>
          </p:cNvPr>
          <p:cNvSpPr/>
          <p:nvPr/>
        </p:nvSpPr>
        <p:spPr>
          <a:xfrm>
            <a:off x="2723963" y="5904773"/>
            <a:ext cx="609786" cy="609786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rgbClr val="000050"/>
                </a:solidFill>
              </a:rPr>
              <a:t>H</a:t>
            </a:r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6F51D65D-E2F7-C53F-9BD2-FDEA58544B0A}"/>
              </a:ext>
            </a:extLst>
          </p:cNvPr>
          <p:cNvSpPr/>
          <p:nvPr/>
        </p:nvSpPr>
        <p:spPr>
          <a:xfrm>
            <a:off x="3528730" y="5904773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rgbClr val="000050"/>
                </a:solidFill>
              </a:rPr>
              <a:t>I</a:t>
            </a:r>
          </a:p>
        </p:txBody>
      </p:sp>
      <p:sp>
        <p:nvSpPr>
          <p:cNvPr id="76" name="Elipse 75">
            <a:extLst>
              <a:ext uri="{FF2B5EF4-FFF2-40B4-BE49-F238E27FC236}">
                <a16:creationId xmlns:a16="http://schemas.microsoft.com/office/drawing/2014/main" id="{235A2358-7CA8-5FF4-61B3-A5356924EA6F}"/>
              </a:ext>
            </a:extLst>
          </p:cNvPr>
          <p:cNvSpPr/>
          <p:nvPr/>
        </p:nvSpPr>
        <p:spPr>
          <a:xfrm>
            <a:off x="4430988" y="5904772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J</a:t>
            </a:r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610C48CF-F516-AF83-68C1-8CDA265BFECF}"/>
              </a:ext>
            </a:extLst>
          </p:cNvPr>
          <p:cNvSpPr/>
          <p:nvPr/>
        </p:nvSpPr>
        <p:spPr>
          <a:xfrm>
            <a:off x="5235755" y="5904772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K</a:t>
            </a:r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64CD7A06-4698-52D4-C6B2-70FA481A1B1C}"/>
              </a:ext>
            </a:extLst>
          </p:cNvPr>
          <p:cNvSpPr/>
          <p:nvPr/>
        </p:nvSpPr>
        <p:spPr>
          <a:xfrm>
            <a:off x="6538247" y="4815196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F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A52EDA4A-F8CB-C823-EDC8-4FF0D8E4DFBB}"/>
              </a:ext>
            </a:extLst>
          </p:cNvPr>
          <p:cNvSpPr/>
          <p:nvPr/>
        </p:nvSpPr>
        <p:spPr>
          <a:xfrm>
            <a:off x="8252892" y="4822815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G</a:t>
            </a:r>
          </a:p>
        </p:txBody>
      </p:sp>
      <p:sp>
        <p:nvSpPr>
          <p:cNvPr id="88" name="Elipse 87">
            <a:extLst>
              <a:ext uri="{FF2B5EF4-FFF2-40B4-BE49-F238E27FC236}">
                <a16:creationId xmlns:a16="http://schemas.microsoft.com/office/drawing/2014/main" id="{9035EAA3-58D0-511B-B5EE-1C7C8D066A2C}"/>
              </a:ext>
            </a:extLst>
          </p:cNvPr>
          <p:cNvSpPr/>
          <p:nvPr/>
        </p:nvSpPr>
        <p:spPr>
          <a:xfrm>
            <a:off x="3130344" y="4807576"/>
            <a:ext cx="609786" cy="609786"/>
          </a:xfrm>
          <a:prstGeom prst="ellipse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rgbClr val="000050"/>
                </a:solidFill>
              </a:rPr>
              <a:t>D</a:t>
            </a:r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9121C66F-1AA0-D582-746C-58C256F995B3}"/>
              </a:ext>
            </a:extLst>
          </p:cNvPr>
          <p:cNvSpPr/>
          <p:nvPr/>
        </p:nvSpPr>
        <p:spPr>
          <a:xfrm>
            <a:off x="4837369" y="4822815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rgbClr val="000050"/>
                </a:solidFill>
              </a:rPr>
              <a:t>E</a:t>
            </a:r>
          </a:p>
        </p:txBody>
      </p:sp>
      <p:sp>
        <p:nvSpPr>
          <p:cNvPr id="96" name="Elipse 95">
            <a:extLst>
              <a:ext uri="{FF2B5EF4-FFF2-40B4-BE49-F238E27FC236}">
                <a16:creationId xmlns:a16="http://schemas.microsoft.com/office/drawing/2014/main" id="{F45FBFA8-9612-F1B9-EE42-CE906E5F0688}"/>
              </a:ext>
            </a:extLst>
          </p:cNvPr>
          <p:cNvSpPr/>
          <p:nvPr/>
        </p:nvSpPr>
        <p:spPr>
          <a:xfrm>
            <a:off x="3979412" y="3684272"/>
            <a:ext cx="609786" cy="609786"/>
          </a:xfrm>
          <a:prstGeom prst="ellipse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rgbClr val="000050"/>
                </a:solidFill>
              </a:rPr>
              <a:t>B</a:t>
            </a:r>
          </a:p>
        </p:txBody>
      </p:sp>
      <p:sp>
        <p:nvSpPr>
          <p:cNvPr id="98" name="Elipse 97">
            <a:extLst>
              <a:ext uri="{FF2B5EF4-FFF2-40B4-BE49-F238E27FC236}">
                <a16:creationId xmlns:a16="http://schemas.microsoft.com/office/drawing/2014/main" id="{029EA910-8455-08AB-A7FE-B1EEA92B920C}"/>
              </a:ext>
            </a:extLst>
          </p:cNvPr>
          <p:cNvSpPr/>
          <p:nvPr/>
        </p:nvSpPr>
        <p:spPr>
          <a:xfrm>
            <a:off x="5694057" y="2381251"/>
            <a:ext cx="609786" cy="609786"/>
          </a:xfrm>
          <a:prstGeom prst="ellipse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rgbClr val="000050"/>
                </a:solidFill>
              </a:rPr>
              <a:t>A</a:t>
            </a:r>
          </a:p>
        </p:txBody>
      </p:sp>
      <p:sp>
        <p:nvSpPr>
          <p:cNvPr id="100" name="Elipse 99">
            <a:extLst>
              <a:ext uri="{FF2B5EF4-FFF2-40B4-BE49-F238E27FC236}">
                <a16:creationId xmlns:a16="http://schemas.microsoft.com/office/drawing/2014/main" id="{58369BE1-DCAA-3968-9179-D6DCE581EF9F}"/>
              </a:ext>
            </a:extLst>
          </p:cNvPr>
          <p:cNvSpPr/>
          <p:nvPr/>
        </p:nvSpPr>
        <p:spPr>
          <a:xfrm>
            <a:off x="7394072" y="3670603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rgbClr val="000050"/>
                </a:solidFill>
              </a:rPr>
              <a:t>C</a:t>
            </a:r>
          </a:p>
        </p:txBody>
      </p:sp>
      <p:cxnSp>
        <p:nvCxnSpPr>
          <p:cNvPr id="102" name="Conector reto 101">
            <a:extLst>
              <a:ext uri="{FF2B5EF4-FFF2-40B4-BE49-F238E27FC236}">
                <a16:creationId xmlns:a16="http://schemas.microsoft.com/office/drawing/2014/main" id="{CC36844D-45FC-84A1-AAD7-759CEE98F3DB}"/>
              </a:ext>
            </a:extLst>
          </p:cNvPr>
          <p:cNvCxnSpPr>
            <a:cxnSpLocks/>
            <a:stCxn id="98" idx="5"/>
            <a:endCxn id="100" idx="1"/>
          </p:cNvCxnSpPr>
          <p:nvPr/>
        </p:nvCxnSpPr>
        <p:spPr>
          <a:xfrm>
            <a:off x="6214542" y="2901736"/>
            <a:ext cx="1268831" cy="858168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reto 103">
            <a:extLst>
              <a:ext uri="{FF2B5EF4-FFF2-40B4-BE49-F238E27FC236}">
                <a16:creationId xmlns:a16="http://schemas.microsoft.com/office/drawing/2014/main" id="{E616DF40-E4CF-4526-1065-9040D27B7780}"/>
              </a:ext>
            </a:extLst>
          </p:cNvPr>
          <p:cNvCxnSpPr>
            <a:cxnSpLocks/>
            <a:stCxn id="98" idx="3"/>
            <a:endCxn id="96" idx="7"/>
          </p:cNvCxnSpPr>
          <p:nvPr/>
        </p:nvCxnSpPr>
        <p:spPr>
          <a:xfrm flipH="1">
            <a:off x="4499897" y="2901736"/>
            <a:ext cx="1283461" cy="871837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ector reto 105">
            <a:extLst>
              <a:ext uri="{FF2B5EF4-FFF2-40B4-BE49-F238E27FC236}">
                <a16:creationId xmlns:a16="http://schemas.microsoft.com/office/drawing/2014/main" id="{AE8242B6-8E44-01F8-C2D0-FA311DC094D0}"/>
              </a:ext>
            </a:extLst>
          </p:cNvPr>
          <p:cNvCxnSpPr>
            <a:stCxn id="96" idx="3"/>
            <a:endCxn id="88" idx="7"/>
          </p:cNvCxnSpPr>
          <p:nvPr/>
        </p:nvCxnSpPr>
        <p:spPr>
          <a:xfrm flipH="1">
            <a:off x="3650829" y="4204757"/>
            <a:ext cx="417884" cy="692120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to 107">
            <a:extLst>
              <a:ext uri="{FF2B5EF4-FFF2-40B4-BE49-F238E27FC236}">
                <a16:creationId xmlns:a16="http://schemas.microsoft.com/office/drawing/2014/main" id="{A6CE1A86-32B5-D413-DE9A-E68053133E70}"/>
              </a:ext>
            </a:extLst>
          </p:cNvPr>
          <p:cNvCxnSpPr>
            <a:stCxn id="96" idx="5"/>
            <a:endCxn id="92" idx="1"/>
          </p:cNvCxnSpPr>
          <p:nvPr/>
        </p:nvCxnSpPr>
        <p:spPr>
          <a:xfrm>
            <a:off x="4499897" y="4204757"/>
            <a:ext cx="426773" cy="707359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to 109">
            <a:extLst>
              <a:ext uri="{FF2B5EF4-FFF2-40B4-BE49-F238E27FC236}">
                <a16:creationId xmlns:a16="http://schemas.microsoft.com/office/drawing/2014/main" id="{D0E0F8F9-65EE-FAF9-8705-F1C62B1AC00D}"/>
              </a:ext>
            </a:extLst>
          </p:cNvPr>
          <p:cNvCxnSpPr>
            <a:stCxn id="88" idx="3"/>
            <a:endCxn id="72" idx="0"/>
          </p:cNvCxnSpPr>
          <p:nvPr/>
        </p:nvCxnSpPr>
        <p:spPr>
          <a:xfrm flipH="1">
            <a:off x="3028856" y="5328061"/>
            <a:ext cx="190789" cy="576712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to 111">
            <a:extLst>
              <a:ext uri="{FF2B5EF4-FFF2-40B4-BE49-F238E27FC236}">
                <a16:creationId xmlns:a16="http://schemas.microsoft.com/office/drawing/2014/main" id="{553CF571-C7FB-A11E-4377-101A7AE2BB3D}"/>
              </a:ext>
            </a:extLst>
          </p:cNvPr>
          <p:cNvCxnSpPr>
            <a:stCxn id="88" idx="5"/>
            <a:endCxn id="74" idx="0"/>
          </p:cNvCxnSpPr>
          <p:nvPr/>
        </p:nvCxnSpPr>
        <p:spPr>
          <a:xfrm>
            <a:off x="3650829" y="5328061"/>
            <a:ext cx="182794" cy="576712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to 113">
            <a:extLst>
              <a:ext uri="{FF2B5EF4-FFF2-40B4-BE49-F238E27FC236}">
                <a16:creationId xmlns:a16="http://schemas.microsoft.com/office/drawing/2014/main" id="{58B01A8D-B780-604F-80C8-7B836A091D09}"/>
              </a:ext>
            </a:extLst>
          </p:cNvPr>
          <p:cNvCxnSpPr>
            <a:cxnSpLocks/>
            <a:stCxn id="100" idx="3"/>
            <a:endCxn id="80" idx="7"/>
          </p:cNvCxnSpPr>
          <p:nvPr/>
        </p:nvCxnSpPr>
        <p:spPr>
          <a:xfrm flipH="1">
            <a:off x="7058732" y="4191088"/>
            <a:ext cx="424641" cy="713409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to 115">
            <a:extLst>
              <a:ext uri="{FF2B5EF4-FFF2-40B4-BE49-F238E27FC236}">
                <a16:creationId xmlns:a16="http://schemas.microsoft.com/office/drawing/2014/main" id="{A6791802-5D8D-9EFE-E5CB-C05C5BE10527}"/>
              </a:ext>
            </a:extLst>
          </p:cNvPr>
          <p:cNvCxnSpPr>
            <a:cxnSpLocks/>
            <a:stCxn id="100" idx="5"/>
            <a:endCxn id="84" idx="1"/>
          </p:cNvCxnSpPr>
          <p:nvPr/>
        </p:nvCxnSpPr>
        <p:spPr>
          <a:xfrm>
            <a:off x="7914557" y="4191088"/>
            <a:ext cx="427636" cy="721028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ector reto 117">
            <a:extLst>
              <a:ext uri="{FF2B5EF4-FFF2-40B4-BE49-F238E27FC236}">
                <a16:creationId xmlns:a16="http://schemas.microsoft.com/office/drawing/2014/main" id="{6D5F9A94-3D01-AB46-EE40-9512916E46E5}"/>
              </a:ext>
            </a:extLst>
          </p:cNvPr>
          <p:cNvCxnSpPr>
            <a:stCxn id="92" idx="3"/>
            <a:endCxn id="76" idx="0"/>
          </p:cNvCxnSpPr>
          <p:nvPr/>
        </p:nvCxnSpPr>
        <p:spPr>
          <a:xfrm flipH="1">
            <a:off x="4735881" y="5343300"/>
            <a:ext cx="190789" cy="56147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ector reto 119">
            <a:extLst>
              <a:ext uri="{FF2B5EF4-FFF2-40B4-BE49-F238E27FC236}">
                <a16:creationId xmlns:a16="http://schemas.microsoft.com/office/drawing/2014/main" id="{D6D7CDB9-7F90-9E1D-DFBB-D6F1EDBAB37C}"/>
              </a:ext>
            </a:extLst>
          </p:cNvPr>
          <p:cNvCxnSpPr>
            <a:stCxn id="92" idx="5"/>
            <a:endCxn id="78" idx="0"/>
          </p:cNvCxnSpPr>
          <p:nvPr/>
        </p:nvCxnSpPr>
        <p:spPr>
          <a:xfrm>
            <a:off x="5357854" y="5343300"/>
            <a:ext cx="182794" cy="56147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reto 121">
            <a:extLst>
              <a:ext uri="{FF2B5EF4-FFF2-40B4-BE49-F238E27FC236}">
                <a16:creationId xmlns:a16="http://schemas.microsoft.com/office/drawing/2014/main" id="{84C095F8-CDAD-F7F6-3379-A216423F674C}"/>
              </a:ext>
            </a:extLst>
          </p:cNvPr>
          <p:cNvCxnSpPr>
            <a:stCxn id="80" idx="3"/>
            <a:endCxn id="64" idx="0"/>
          </p:cNvCxnSpPr>
          <p:nvPr/>
        </p:nvCxnSpPr>
        <p:spPr>
          <a:xfrm flipH="1">
            <a:off x="6444379" y="5335681"/>
            <a:ext cx="183169" cy="56909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to 123">
            <a:extLst>
              <a:ext uri="{FF2B5EF4-FFF2-40B4-BE49-F238E27FC236}">
                <a16:creationId xmlns:a16="http://schemas.microsoft.com/office/drawing/2014/main" id="{FAFA0354-DB69-5E9A-75A9-6D6BD889CD12}"/>
              </a:ext>
            </a:extLst>
          </p:cNvPr>
          <p:cNvCxnSpPr>
            <a:stCxn id="80" idx="5"/>
            <a:endCxn id="66" idx="0"/>
          </p:cNvCxnSpPr>
          <p:nvPr/>
        </p:nvCxnSpPr>
        <p:spPr>
          <a:xfrm>
            <a:off x="7058732" y="5335681"/>
            <a:ext cx="190414" cy="56909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ector reto 125">
            <a:extLst>
              <a:ext uri="{FF2B5EF4-FFF2-40B4-BE49-F238E27FC236}">
                <a16:creationId xmlns:a16="http://schemas.microsoft.com/office/drawing/2014/main" id="{1C38B8AB-0B49-3C1A-6CF2-A825A02AC1A8}"/>
              </a:ext>
            </a:extLst>
          </p:cNvPr>
          <p:cNvCxnSpPr>
            <a:cxnSpLocks/>
            <a:stCxn id="84" idx="3"/>
            <a:endCxn id="68" idx="0"/>
          </p:cNvCxnSpPr>
          <p:nvPr/>
        </p:nvCxnSpPr>
        <p:spPr>
          <a:xfrm flipH="1">
            <a:off x="8151404" y="5343300"/>
            <a:ext cx="190789" cy="56147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ector reto 127">
            <a:extLst>
              <a:ext uri="{FF2B5EF4-FFF2-40B4-BE49-F238E27FC236}">
                <a16:creationId xmlns:a16="http://schemas.microsoft.com/office/drawing/2014/main" id="{BD6E06C1-5862-913B-7F9E-5D4A48CE76C3}"/>
              </a:ext>
            </a:extLst>
          </p:cNvPr>
          <p:cNvCxnSpPr>
            <a:cxnSpLocks/>
            <a:stCxn id="84" idx="5"/>
            <a:endCxn id="70" idx="0"/>
          </p:cNvCxnSpPr>
          <p:nvPr/>
        </p:nvCxnSpPr>
        <p:spPr>
          <a:xfrm>
            <a:off x="8773377" y="5343300"/>
            <a:ext cx="182794" cy="56147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Seta: para a Direita 128">
            <a:extLst>
              <a:ext uri="{FF2B5EF4-FFF2-40B4-BE49-F238E27FC236}">
                <a16:creationId xmlns:a16="http://schemas.microsoft.com/office/drawing/2014/main" id="{C65E74C6-C78C-2995-5853-4406ECEC72D0}"/>
              </a:ext>
            </a:extLst>
          </p:cNvPr>
          <p:cNvSpPr/>
          <p:nvPr/>
        </p:nvSpPr>
        <p:spPr>
          <a:xfrm>
            <a:off x="3265136" y="5825216"/>
            <a:ext cx="313507" cy="337715"/>
          </a:xfrm>
          <a:prstGeom prst="rightArrow">
            <a:avLst/>
          </a:prstGeom>
          <a:solidFill>
            <a:srgbClr val="FF505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52367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AC6EA-9BD0-1FA0-C673-5267F34F4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060A13-8F4E-AB67-6BD4-13BE89CEA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64" name="Elipse 63">
            <a:extLst>
              <a:ext uri="{FF2B5EF4-FFF2-40B4-BE49-F238E27FC236}">
                <a16:creationId xmlns:a16="http://schemas.microsoft.com/office/drawing/2014/main" id="{1DEF3A7E-CC1E-389F-842C-8E70AD0ABFE9}"/>
              </a:ext>
            </a:extLst>
          </p:cNvPr>
          <p:cNvSpPr/>
          <p:nvPr/>
        </p:nvSpPr>
        <p:spPr>
          <a:xfrm>
            <a:off x="6139486" y="5904773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L</a:t>
            </a:r>
          </a:p>
        </p:txBody>
      </p:sp>
      <p:sp>
        <p:nvSpPr>
          <p:cNvPr id="66" name="Elipse 65">
            <a:extLst>
              <a:ext uri="{FF2B5EF4-FFF2-40B4-BE49-F238E27FC236}">
                <a16:creationId xmlns:a16="http://schemas.microsoft.com/office/drawing/2014/main" id="{930B5AA9-E34F-20F0-B43D-9534FFC11BCE}"/>
              </a:ext>
            </a:extLst>
          </p:cNvPr>
          <p:cNvSpPr/>
          <p:nvPr/>
        </p:nvSpPr>
        <p:spPr>
          <a:xfrm>
            <a:off x="6944253" y="5904773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M</a:t>
            </a:r>
          </a:p>
        </p:txBody>
      </p:sp>
      <p:sp>
        <p:nvSpPr>
          <p:cNvPr id="68" name="Elipse 67">
            <a:extLst>
              <a:ext uri="{FF2B5EF4-FFF2-40B4-BE49-F238E27FC236}">
                <a16:creationId xmlns:a16="http://schemas.microsoft.com/office/drawing/2014/main" id="{642D4F18-B647-32C3-C004-72491100E16C}"/>
              </a:ext>
            </a:extLst>
          </p:cNvPr>
          <p:cNvSpPr/>
          <p:nvPr/>
        </p:nvSpPr>
        <p:spPr>
          <a:xfrm>
            <a:off x="7846511" y="5904772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N</a:t>
            </a:r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E76CA98A-7D23-DD1C-D96A-9EDD75F967A6}"/>
              </a:ext>
            </a:extLst>
          </p:cNvPr>
          <p:cNvSpPr/>
          <p:nvPr/>
        </p:nvSpPr>
        <p:spPr>
          <a:xfrm>
            <a:off x="8651278" y="5904772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O</a:t>
            </a: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90CC5EC2-0BAE-0D72-A635-1F6B6C6B66F9}"/>
              </a:ext>
            </a:extLst>
          </p:cNvPr>
          <p:cNvSpPr/>
          <p:nvPr/>
        </p:nvSpPr>
        <p:spPr>
          <a:xfrm>
            <a:off x="2723963" y="5904773"/>
            <a:ext cx="609786" cy="609786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rgbClr val="000050"/>
                </a:solidFill>
              </a:rPr>
              <a:t>H</a:t>
            </a:r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BDC5A07C-4AE5-DEE1-6B11-4A036C677F84}"/>
              </a:ext>
            </a:extLst>
          </p:cNvPr>
          <p:cNvSpPr/>
          <p:nvPr/>
        </p:nvSpPr>
        <p:spPr>
          <a:xfrm>
            <a:off x="3528730" y="5904773"/>
            <a:ext cx="609786" cy="609786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rgbClr val="000050"/>
                </a:solidFill>
              </a:rPr>
              <a:t>I</a:t>
            </a:r>
          </a:p>
        </p:txBody>
      </p:sp>
      <p:sp>
        <p:nvSpPr>
          <p:cNvPr id="76" name="Elipse 75">
            <a:extLst>
              <a:ext uri="{FF2B5EF4-FFF2-40B4-BE49-F238E27FC236}">
                <a16:creationId xmlns:a16="http://schemas.microsoft.com/office/drawing/2014/main" id="{C85F8668-AB27-0B1F-7D92-4B0D299CBDE5}"/>
              </a:ext>
            </a:extLst>
          </p:cNvPr>
          <p:cNvSpPr/>
          <p:nvPr/>
        </p:nvSpPr>
        <p:spPr>
          <a:xfrm>
            <a:off x="4430988" y="5904772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J</a:t>
            </a:r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D8EAE083-9312-6467-ED7E-C504D779B63B}"/>
              </a:ext>
            </a:extLst>
          </p:cNvPr>
          <p:cNvSpPr/>
          <p:nvPr/>
        </p:nvSpPr>
        <p:spPr>
          <a:xfrm>
            <a:off x="5235755" y="5904772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K</a:t>
            </a:r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5E49249B-EA68-B3C0-14FF-BAD5D9D1E7EC}"/>
              </a:ext>
            </a:extLst>
          </p:cNvPr>
          <p:cNvSpPr/>
          <p:nvPr/>
        </p:nvSpPr>
        <p:spPr>
          <a:xfrm>
            <a:off x="6538247" y="4815196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F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9859FAEA-149D-10D0-E29F-4ECA409D6E2B}"/>
              </a:ext>
            </a:extLst>
          </p:cNvPr>
          <p:cNvSpPr/>
          <p:nvPr/>
        </p:nvSpPr>
        <p:spPr>
          <a:xfrm>
            <a:off x="8252892" y="4822815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G</a:t>
            </a:r>
          </a:p>
        </p:txBody>
      </p:sp>
      <p:sp>
        <p:nvSpPr>
          <p:cNvPr id="88" name="Elipse 87">
            <a:extLst>
              <a:ext uri="{FF2B5EF4-FFF2-40B4-BE49-F238E27FC236}">
                <a16:creationId xmlns:a16="http://schemas.microsoft.com/office/drawing/2014/main" id="{3CFB9226-6031-C73C-82B7-D11688AC6BC7}"/>
              </a:ext>
            </a:extLst>
          </p:cNvPr>
          <p:cNvSpPr/>
          <p:nvPr/>
        </p:nvSpPr>
        <p:spPr>
          <a:xfrm>
            <a:off x="3130344" y="4807576"/>
            <a:ext cx="609786" cy="609786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rgbClr val="000050"/>
                </a:solidFill>
              </a:rPr>
              <a:t>D</a:t>
            </a:r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C16A6F92-2364-9FAE-1894-6A638918E7EC}"/>
              </a:ext>
            </a:extLst>
          </p:cNvPr>
          <p:cNvSpPr/>
          <p:nvPr/>
        </p:nvSpPr>
        <p:spPr>
          <a:xfrm>
            <a:off x="4837369" y="4822815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rgbClr val="000050"/>
                </a:solidFill>
              </a:rPr>
              <a:t>E</a:t>
            </a:r>
          </a:p>
        </p:txBody>
      </p:sp>
      <p:sp>
        <p:nvSpPr>
          <p:cNvPr id="96" name="Elipse 95">
            <a:extLst>
              <a:ext uri="{FF2B5EF4-FFF2-40B4-BE49-F238E27FC236}">
                <a16:creationId xmlns:a16="http://schemas.microsoft.com/office/drawing/2014/main" id="{5ECF2F0A-D22F-7C17-FC60-20156F023075}"/>
              </a:ext>
            </a:extLst>
          </p:cNvPr>
          <p:cNvSpPr/>
          <p:nvPr/>
        </p:nvSpPr>
        <p:spPr>
          <a:xfrm>
            <a:off x="3979412" y="3684272"/>
            <a:ext cx="609786" cy="609786"/>
          </a:xfrm>
          <a:prstGeom prst="ellipse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rgbClr val="000050"/>
                </a:solidFill>
              </a:rPr>
              <a:t>B</a:t>
            </a:r>
          </a:p>
        </p:txBody>
      </p:sp>
      <p:sp>
        <p:nvSpPr>
          <p:cNvPr id="98" name="Elipse 97">
            <a:extLst>
              <a:ext uri="{FF2B5EF4-FFF2-40B4-BE49-F238E27FC236}">
                <a16:creationId xmlns:a16="http://schemas.microsoft.com/office/drawing/2014/main" id="{7FC00597-5E29-FD30-1514-BAC5BFBC1C59}"/>
              </a:ext>
            </a:extLst>
          </p:cNvPr>
          <p:cNvSpPr/>
          <p:nvPr/>
        </p:nvSpPr>
        <p:spPr>
          <a:xfrm>
            <a:off x="5694057" y="2381251"/>
            <a:ext cx="609786" cy="609786"/>
          </a:xfrm>
          <a:prstGeom prst="ellipse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rgbClr val="000050"/>
                </a:solidFill>
              </a:rPr>
              <a:t>A</a:t>
            </a:r>
          </a:p>
        </p:txBody>
      </p:sp>
      <p:sp>
        <p:nvSpPr>
          <p:cNvPr id="100" name="Elipse 99">
            <a:extLst>
              <a:ext uri="{FF2B5EF4-FFF2-40B4-BE49-F238E27FC236}">
                <a16:creationId xmlns:a16="http://schemas.microsoft.com/office/drawing/2014/main" id="{9ECFB390-E5A9-3D6B-0A05-0A3947E89214}"/>
              </a:ext>
            </a:extLst>
          </p:cNvPr>
          <p:cNvSpPr/>
          <p:nvPr/>
        </p:nvSpPr>
        <p:spPr>
          <a:xfrm>
            <a:off x="7394072" y="3670603"/>
            <a:ext cx="609786" cy="60978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rgbClr val="000050"/>
                </a:solidFill>
              </a:rPr>
              <a:t>C</a:t>
            </a:r>
          </a:p>
        </p:txBody>
      </p:sp>
      <p:cxnSp>
        <p:nvCxnSpPr>
          <p:cNvPr id="102" name="Conector reto 101">
            <a:extLst>
              <a:ext uri="{FF2B5EF4-FFF2-40B4-BE49-F238E27FC236}">
                <a16:creationId xmlns:a16="http://schemas.microsoft.com/office/drawing/2014/main" id="{FA495431-1954-FE17-0827-9ABA8BD00FD3}"/>
              </a:ext>
            </a:extLst>
          </p:cNvPr>
          <p:cNvCxnSpPr>
            <a:cxnSpLocks/>
            <a:stCxn id="98" idx="5"/>
            <a:endCxn id="100" idx="1"/>
          </p:cNvCxnSpPr>
          <p:nvPr/>
        </p:nvCxnSpPr>
        <p:spPr>
          <a:xfrm>
            <a:off x="6214542" y="2901736"/>
            <a:ext cx="1268831" cy="858168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reto 103">
            <a:extLst>
              <a:ext uri="{FF2B5EF4-FFF2-40B4-BE49-F238E27FC236}">
                <a16:creationId xmlns:a16="http://schemas.microsoft.com/office/drawing/2014/main" id="{5334105C-36DF-B985-7074-92303962153D}"/>
              </a:ext>
            </a:extLst>
          </p:cNvPr>
          <p:cNvCxnSpPr>
            <a:cxnSpLocks/>
            <a:stCxn id="98" idx="3"/>
            <a:endCxn id="96" idx="7"/>
          </p:cNvCxnSpPr>
          <p:nvPr/>
        </p:nvCxnSpPr>
        <p:spPr>
          <a:xfrm flipH="1">
            <a:off x="4499897" y="2901736"/>
            <a:ext cx="1283461" cy="871837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ector reto 105">
            <a:extLst>
              <a:ext uri="{FF2B5EF4-FFF2-40B4-BE49-F238E27FC236}">
                <a16:creationId xmlns:a16="http://schemas.microsoft.com/office/drawing/2014/main" id="{B15924FE-4FE0-B752-3852-6CCEC0944F12}"/>
              </a:ext>
            </a:extLst>
          </p:cNvPr>
          <p:cNvCxnSpPr>
            <a:stCxn id="96" idx="3"/>
            <a:endCxn id="88" idx="7"/>
          </p:cNvCxnSpPr>
          <p:nvPr/>
        </p:nvCxnSpPr>
        <p:spPr>
          <a:xfrm flipH="1">
            <a:off x="3650829" y="4204757"/>
            <a:ext cx="417884" cy="692120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to 107">
            <a:extLst>
              <a:ext uri="{FF2B5EF4-FFF2-40B4-BE49-F238E27FC236}">
                <a16:creationId xmlns:a16="http://schemas.microsoft.com/office/drawing/2014/main" id="{5875C24B-524D-FC4B-5469-3C9E930CA6C8}"/>
              </a:ext>
            </a:extLst>
          </p:cNvPr>
          <p:cNvCxnSpPr>
            <a:stCxn id="96" idx="5"/>
            <a:endCxn id="92" idx="1"/>
          </p:cNvCxnSpPr>
          <p:nvPr/>
        </p:nvCxnSpPr>
        <p:spPr>
          <a:xfrm>
            <a:off x="4499897" y="4204757"/>
            <a:ext cx="426773" cy="707359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to 109">
            <a:extLst>
              <a:ext uri="{FF2B5EF4-FFF2-40B4-BE49-F238E27FC236}">
                <a16:creationId xmlns:a16="http://schemas.microsoft.com/office/drawing/2014/main" id="{14497313-5219-C25E-F438-4F2BE8A90653}"/>
              </a:ext>
            </a:extLst>
          </p:cNvPr>
          <p:cNvCxnSpPr>
            <a:stCxn id="88" idx="3"/>
            <a:endCxn id="72" idx="0"/>
          </p:cNvCxnSpPr>
          <p:nvPr/>
        </p:nvCxnSpPr>
        <p:spPr>
          <a:xfrm flipH="1">
            <a:off x="3028856" y="5328061"/>
            <a:ext cx="190789" cy="576712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to 111">
            <a:extLst>
              <a:ext uri="{FF2B5EF4-FFF2-40B4-BE49-F238E27FC236}">
                <a16:creationId xmlns:a16="http://schemas.microsoft.com/office/drawing/2014/main" id="{8305535F-F37D-907B-687A-B5989EE305E0}"/>
              </a:ext>
            </a:extLst>
          </p:cNvPr>
          <p:cNvCxnSpPr>
            <a:stCxn id="88" idx="5"/>
            <a:endCxn id="74" idx="0"/>
          </p:cNvCxnSpPr>
          <p:nvPr/>
        </p:nvCxnSpPr>
        <p:spPr>
          <a:xfrm>
            <a:off x="3650829" y="5328061"/>
            <a:ext cx="182794" cy="576712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to 113">
            <a:extLst>
              <a:ext uri="{FF2B5EF4-FFF2-40B4-BE49-F238E27FC236}">
                <a16:creationId xmlns:a16="http://schemas.microsoft.com/office/drawing/2014/main" id="{DDD8E978-6D5F-70CD-B947-53A36ED85A67}"/>
              </a:ext>
            </a:extLst>
          </p:cNvPr>
          <p:cNvCxnSpPr>
            <a:cxnSpLocks/>
            <a:stCxn id="100" idx="3"/>
            <a:endCxn id="80" idx="7"/>
          </p:cNvCxnSpPr>
          <p:nvPr/>
        </p:nvCxnSpPr>
        <p:spPr>
          <a:xfrm flipH="1">
            <a:off x="7058732" y="4191088"/>
            <a:ext cx="424641" cy="713409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to 115">
            <a:extLst>
              <a:ext uri="{FF2B5EF4-FFF2-40B4-BE49-F238E27FC236}">
                <a16:creationId xmlns:a16="http://schemas.microsoft.com/office/drawing/2014/main" id="{FB9AA932-037B-586E-BBD1-9E2EAD409A23}"/>
              </a:ext>
            </a:extLst>
          </p:cNvPr>
          <p:cNvCxnSpPr>
            <a:cxnSpLocks/>
            <a:stCxn id="100" idx="5"/>
            <a:endCxn id="84" idx="1"/>
          </p:cNvCxnSpPr>
          <p:nvPr/>
        </p:nvCxnSpPr>
        <p:spPr>
          <a:xfrm>
            <a:off x="7914557" y="4191088"/>
            <a:ext cx="427636" cy="721028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ector reto 117">
            <a:extLst>
              <a:ext uri="{FF2B5EF4-FFF2-40B4-BE49-F238E27FC236}">
                <a16:creationId xmlns:a16="http://schemas.microsoft.com/office/drawing/2014/main" id="{FAA80F54-93D6-54E9-9AA6-1337563976A0}"/>
              </a:ext>
            </a:extLst>
          </p:cNvPr>
          <p:cNvCxnSpPr>
            <a:stCxn id="92" idx="3"/>
            <a:endCxn id="76" idx="0"/>
          </p:cNvCxnSpPr>
          <p:nvPr/>
        </p:nvCxnSpPr>
        <p:spPr>
          <a:xfrm flipH="1">
            <a:off x="4735881" y="5343300"/>
            <a:ext cx="190789" cy="56147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ector reto 119">
            <a:extLst>
              <a:ext uri="{FF2B5EF4-FFF2-40B4-BE49-F238E27FC236}">
                <a16:creationId xmlns:a16="http://schemas.microsoft.com/office/drawing/2014/main" id="{F34C1D06-86F6-B0DA-A058-DDFCA0D68E73}"/>
              </a:ext>
            </a:extLst>
          </p:cNvPr>
          <p:cNvCxnSpPr>
            <a:stCxn id="92" idx="5"/>
            <a:endCxn id="78" idx="0"/>
          </p:cNvCxnSpPr>
          <p:nvPr/>
        </p:nvCxnSpPr>
        <p:spPr>
          <a:xfrm>
            <a:off x="5357854" y="5343300"/>
            <a:ext cx="182794" cy="56147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reto 121">
            <a:extLst>
              <a:ext uri="{FF2B5EF4-FFF2-40B4-BE49-F238E27FC236}">
                <a16:creationId xmlns:a16="http://schemas.microsoft.com/office/drawing/2014/main" id="{B23D922F-A8CF-7F98-D32A-78817F761E64}"/>
              </a:ext>
            </a:extLst>
          </p:cNvPr>
          <p:cNvCxnSpPr>
            <a:stCxn id="80" idx="3"/>
            <a:endCxn id="64" idx="0"/>
          </p:cNvCxnSpPr>
          <p:nvPr/>
        </p:nvCxnSpPr>
        <p:spPr>
          <a:xfrm flipH="1">
            <a:off x="6444379" y="5335681"/>
            <a:ext cx="183169" cy="56909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to 123">
            <a:extLst>
              <a:ext uri="{FF2B5EF4-FFF2-40B4-BE49-F238E27FC236}">
                <a16:creationId xmlns:a16="http://schemas.microsoft.com/office/drawing/2014/main" id="{18548357-3B54-0A29-1288-5B6ECE7E6022}"/>
              </a:ext>
            </a:extLst>
          </p:cNvPr>
          <p:cNvCxnSpPr>
            <a:stCxn id="80" idx="5"/>
            <a:endCxn id="66" idx="0"/>
          </p:cNvCxnSpPr>
          <p:nvPr/>
        </p:nvCxnSpPr>
        <p:spPr>
          <a:xfrm>
            <a:off x="7058732" y="5335681"/>
            <a:ext cx="190414" cy="56909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ector reto 125">
            <a:extLst>
              <a:ext uri="{FF2B5EF4-FFF2-40B4-BE49-F238E27FC236}">
                <a16:creationId xmlns:a16="http://schemas.microsoft.com/office/drawing/2014/main" id="{06B9671C-05E7-DAE3-12A5-BD99A3A80CAA}"/>
              </a:ext>
            </a:extLst>
          </p:cNvPr>
          <p:cNvCxnSpPr>
            <a:cxnSpLocks/>
            <a:stCxn id="84" idx="3"/>
            <a:endCxn id="68" idx="0"/>
          </p:cNvCxnSpPr>
          <p:nvPr/>
        </p:nvCxnSpPr>
        <p:spPr>
          <a:xfrm flipH="1">
            <a:off x="8151404" y="5343300"/>
            <a:ext cx="190789" cy="56147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ector reto 127">
            <a:extLst>
              <a:ext uri="{FF2B5EF4-FFF2-40B4-BE49-F238E27FC236}">
                <a16:creationId xmlns:a16="http://schemas.microsoft.com/office/drawing/2014/main" id="{3E8D2CAB-5F6D-9C7E-2FD1-E7D329C06FEB}"/>
              </a:ext>
            </a:extLst>
          </p:cNvPr>
          <p:cNvCxnSpPr>
            <a:cxnSpLocks/>
            <a:stCxn id="84" idx="5"/>
            <a:endCxn id="70" idx="0"/>
          </p:cNvCxnSpPr>
          <p:nvPr/>
        </p:nvCxnSpPr>
        <p:spPr>
          <a:xfrm>
            <a:off x="8773377" y="5343300"/>
            <a:ext cx="182794" cy="561472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Seta: para a Direita 128">
            <a:extLst>
              <a:ext uri="{FF2B5EF4-FFF2-40B4-BE49-F238E27FC236}">
                <a16:creationId xmlns:a16="http://schemas.microsoft.com/office/drawing/2014/main" id="{78D32440-0F99-9F71-4E38-A5F0220B23EF}"/>
              </a:ext>
            </a:extLst>
          </p:cNvPr>
          <p:cNvSpPr/>
          <p:nvPr/>
        </p:nvSpPr>
        <p:spPr>
          <a:xfrm>
            <a:off x="4406185" y="4856704"/>
            <a:ext cx="313507" cy="337715"/>
          </a:xfrm>
          <a:prstGeom prst="rightArrow">
            <a:avLst/>
          </a:prstGeom>
          <a:solidFill>
            <a:srgbClr val="FF505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32225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DECDB-D90E-DC6B-8886-6AB5FB0B5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8BF898-FCE9-AEAC-D607-D14FC0329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99640D-FCFB-A4DB-27B2-D82555A85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>
                <a:solidFill>
                  <a:srgbClr val="000050"/>
                </a:solidFill>
              </a:rPr>
              <a:t>Não é Completa:</a:t>
            </a:r>
          </a:p>
          <a:p>
            <a:pPr lvl="1"/>
            <a:r>
              <a:rPr lang="pt-BR" dirty="0"/>
              <a:t>Ramo pode ser infinito</a:t>
            </a:r>
          </a:p>
          <a:p>
            <a:r>
              <a:rPr lang="pt-BR" b="1" dirty="0">
                <a:solidFill>
                  <a:srgbClr val="000050"/>
                </a:solidFill>
              </a:rPr>
              <a:t>Não é ótima:</a:t>
            </a:r>
          </a:p>
          <a:p>
            <a:pPr lvl="1"/>
            <a:r>
              <a:rPr lang="pt-BR" dirty="0"/>
              <a:t>Encontra a primeira solução e não a de menor custo</a:t>
            </a:r>
          </a:p>
          <a:p>
            <a:pPr lvl="1"/>
            <a:endParaRPr lang="pt-BR" dirty="0"/>
          </a:p>
          <a:p>
            <a:r>
              <a:rPr lang="pt-BR" b="1" dirty="0"/>
              <a:t>Mas:</a:t>
            </a:r>
          </a:p>
          <a:p>
            <a:pPr lvl="1"/>
            <a:r>
              <a:rPr lang="pt-BR" dirty="0"/>
              <a:t>Só guarda nós do caminho atual!</a:t>
            </a:r>
          </a:p>
        </p:txBody>
      </p:sp>
    </p:spTree>
    <p:extLst>
      <p:ext uri="{BB962C8B-B14F-4D97-AF65-F5344CB8AC3E}">
        <p14:creationId xmlns:p14="http://schemas.microsoft.com/office/powerpoint/2010/main" val="39407493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855F0D-A4EB-BA45-2F8B-E1037B73A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PROFUNDIDADE </a:t>
            </a:r>
            <a:r>
              <a:rPr lang="pt-BR" dirty="0">
                <a:solidFill>
                  <a:srgbClr val="FF0000"/>
                </a:solidFill>
              </a:rPr>
              <a:t>LIMITADA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520FFA-DAF5-DE06-07F7-85262FB90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Coloca um limite </a:t>
            </a:r>
            <a:r>
              <a:rPr lang="pt-BR" dirty="0">
                <a:solidFill>
                  <a:srgbClr val="FF0000"/>
                </a:solidFill>
              </a:rPr>
              <a:t>I</a:t>
            </a:r>
            <a:r>
              <a:rPr lang="pt-BR" dirty="0"/>
              <a:t> na busca em profundidade. </a:t>
            </a:r>
          </a:p>
          <a:p>
            <a:r>
              <a:rPr lang="pt-BR" dirty="0"/>
              <a:t>Nós de profundidade </a:t>
            </a:r>
            <a:r>
              <a:rPr lang="pt-BR" dirty="0">
                <a:solidFill>
                  <a:srgbClr val="FF0000"/>
                </a:solidFill>
              </a:rPr>
              <a:t>I</a:t>
            </a:r>
            <a:r>
              <a:rPr lang="pt-BR" dirty="0"/>
              <a:t> são considerados como terminais.</a:t>
            </a:r>
          </a:p>
        </p:txBody>
      </p:sp>
    </p:spTree>
    <p:extLst>
      <p:ext uri="{BB962C8B-B14F-4D97-AF65-F5344CB8AC3E}">
        <p14:creationId xmlns:p14="http://schemas.microsoft.com/office/powerpoint/2010/main" val="33132958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D5B3BD-E184-41CB-1047-567CD2D5D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PROFUNDIDADE </a:t>
            </a:r>
            <a:r>
              <a:rPr lang="pt-BR" dirty="0">
                <a:solidFill>
                  <a:srgbClr val="FF0000"/>
                </a:solidFill>
              </a:rPr>
              <a:t>ITERATIVA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E7A4A0-E3CD-83E0-6F34-3FCE9CDA2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Repete a busca com profundidade limitada para valores de I cada vez maiores.</a:t>
            </a:r>
          </a:p>
          <a:p>
            <a:r>
              <a:rPr lang="pt-BR" dirty="0">
                <a:solidFill>
                  <a:srgbClr val="FF0000"/>
                </a:solidFill>
              </a:rPr>
              <a:t>Combina vantagens da busca em profundidade com a busca em largura!</a:t>
            </a:r>
          </a:p>
        </p:txBody>
      </p:sp>
    </p:spTree>
    <p:extLst>
      <p:ext uri="{BB962C8B-B14F-4D97-AF65-F5344CB8AC3E}">
        <p14:creationId xmlns:p14="http://schemas.microsoft.com/office/powerpoint/2010/main" val="22737358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CA7162-C0D5-6F29-F056-E42E1C932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PROFUNDIDADE ITERATIVA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95EFAC53-17D1-8E0B-FEDD-5A3EF769711A}"/>
              </a:ext>
            </a:extLst>
          </p:cNvPr>
          <p:cNvSpPr/>
          <p:nvPr/>
        </p:nvSpPr>
        <p:spPr>
          <a:xfrm>
            <a:off x="1420145" y="1395130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rgbClr val="000050"/>
                </a:solidFill>
              </a:rPr>
              <a:t>A</a:t>
            </a:r>
          </a:p>
        </p:txBody>
      </p:sp>
      <p:sp>
        <p:nvSpPr>
          <p:cNvPr id="33" name="Seta: para a Direita 32">
            <a:extLst>
              <a:ext uri="{FF2B5EF4-FFF2-40B4-BE49-F238E27FC236}">
                <a16:creationId xmlns:a16="http://schemas.microsoft.com/office/drawing/2014/main" id="{E4336F26-3ED5-100C-665B-91498EF587F4}"/>
              </a:ext>
            </a:extLst>
          </p:cNvPr>
          <p:cNvSpPr/>
          <p:nvPr/>
        </p:nvSpPr>
        <p:spPr>
          <a:xfrm>
            <a:off x="1261673" y="1429055"/>
            <a:ext cx="108405" cy="99158"/>
          </a:xfrm>
          <a:prstGeom prst="rightArrow">
            <a:avLst/>
          </a:prstGeom>
          <a:solidFill>
            <a:srgbClr val="FF505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/>
          </a:p>
        </p:txBody>
      </p: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50ED5A20-C982-13A4-0703-E0B208EC676C}"/>
              </a:ext>
            </a:extLst>
          </p:cNvPr>
          <p:cNvCxnSpPr>
            <a:cxnSpLocks/>
          </p:cNvCxnSpPr>
          <p:nvPr/>
        </p:nvCxnSpPr>
        <p:spPr>
          <a:xfrm>
            <a:off x="1039351" y="1690462"/>
            <a:ext cx="87228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Elipse 68">
            <a:extLst>
              <a:ext uri="{FF2B5EF4-FFF2-40B4-BE49-F238E27FC236}">
                <a16:creationId xmlns:a16="http://schemas.microsoft.com/office/drawing/2014/main" id="{4647BFC9-DAA6-C9EE-96D5-15764C5EAAC0}"/>
              </a:ext>
            </a:extLst>
          </p:cNvPr>
          <p:cNvSpPr/>
          <p:nvPr/>
        </p:nvSpPr>
        <p:spPr>
          <a:xfrm>
            <a:off x="4477112" y="1400082"/>
            <a:ext cx="210853" cy="179042"/>
          </a:xfrm>
          <a:prstGeom prst="ellipse">
            <a:avLst/>
          </a:prstGeom>
          <a:solidFill>
            <a:srgbClr val="FFFF00"/>
          </a:solidFill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rgbClr val="000050"/>
                </a:solidFill>
              </a:rPr>
              <a:t>A</a:t>
            </a:r>
          </a:p>
        </p:txBody>
      </p:sp>
      <p:sp>
        <p:nvSpPr>
          <p:cNvPr id="111" name="CaixaDeTexto 110">
            <a:extLst>
              <a:ext uri="{FF2B5EF4-FFF2-40B4-BE49-F238E27FC236}">
                <a16:creationId xmlns:a16="http://schemas.microsoft.com/office/drawing/2014/main" id="{DB3431DF-F1AC-8082-2702-F6F847A19579}"/>
              </a:ext>
            </a:extLst>
          </p:cNvPr>
          <p:cNvSpPr txBox="1"/>
          <p:nvPr/>
        </p:nvSpPr>
        <p:spPr>
          <a:xfrm>
            <a:off x="17918" y="1348025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Limit</a:t>
            </a:r>
            <a:r>
              <a:rPr lang="pt-BR" dirty="0"/>
              <a:t> = 0</a:t>
            </a:r>
          </a:p>
        </p:txBody>
      </p:sp>
      <p:cxnSp>
        <p:nvCxnSpPr>
          <p:cNvPr id="119" name="Conector reto 118">
            <a:extLst>
              <a:ext uri="{FF2B5EF4-FFF2-40B4-BE49-F238E27FC236}">
                <a16:creationId xmlns:a16="http://schemas.microsoft.com/office/drawing/2014/main" id="{A8DDE506-47DB-97AA-19DD-5402C9135EB7}"/>
              </a:ext>
            </a:extLst>
          </p:cNvPr>
          <p:cNvCxnSpPr>
            <a:cxnSpLocks/>
          </p:cNvCxnSpPr>
          <p:nvPr/>
        </p:nvCxnSpPr>
        <p:spPr>
          <a:xfrm>
            <a:off x="4134866" y="1690462"/>
            <a:ext cx="87228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4846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DD55A-09FD-F168-61BE-1700B5953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95FD31-C9E1-54C5-A850-701130DAD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PROFUNDIDADE ITERATIVA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47AE2D54-508B-01E4-77BF-D393D0E17DBE}"/>
              </a:ext>
            </a:extLst>
          </p:cNvPr>
          <p:cNvSpPr/>
          <p:nvPr/>
        </p:nvSpPr>
        <p:spPr>
          <a:xfrm>
            <a:off x="827252" y="1777715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B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A5CA436E-1D09-8908-109B-E1ABE25B9698}"/>
              </a:ext>
            </a:extLst>
          </p:cNvPr>
          <p:cNvSpPr/>
          <p:nvPr/>
        </p:nvSpPr>
        <p:spPr>
          <a:xfrm>
            <a:off x="1420145" y="1395130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rgbClr val="000050"/>
                </a:solidFill>
              </a:rPr>
              <a:t>A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4568760C-3099-3CF2-8537-6A7F1796074B}"/>
              </a:ext>
            </a:extLst>
          </p:cNvPr>
          <p:cNvSpPr/>
          <p:nvPr/>
        </p:nvSpPr>
        <p:spPr>
          <a:xfrm>
            <a:off x="2007980" y="1773702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C</a:t>
            </a:r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B1113A16-E322-88D0-30B0-78D3DABA25EE}"/>
              </a:ext>
            </a:extLst>
          </p:cNvPr>
          <p:cNvCxnSpPr>
            <a:cxnSpLocks/>
            <a:stCxn id="17" idx="5"/>
            <a:endCxn id="18" idx="1"/>
          </p:cNvCxnSpPr>
          <p:nvPr/>
        </p:nvCxnSpPr>
        <p:spPr>
          <a:xfrm>
            <a:off x="1600119" y="1547952"/>
            <a:ext cx="438739" cy="251970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ABC3EBE9-6A85-915A-B784-9098849CF703}"/>
              </a:ext>
            </a:extLst>
          </p:cNvPr>
          <p:cNvCxnSpPr>
            <a:cxnSpLocks/>
            <a:stCxn id="17" idx="3"/>
            <a:endCxn id="16" idx="7"/>
          </p:cNvCxnSpPr>
          <p:nvPr/>
        </p:nvCxnSpPr>
        <p:spPr>
          <a:xfrm flipH="1">
            <a:off x="1007226" y="1547952"/>
            <a:ext cx="443798" cy="255984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Seta: para a Direita 32">
            <a:extLst>
              <a:ext uri="{FF2B5EF4-FFF2-40B4-BE49-F238E27FC236}">
                <a16:creationId xmlns:a16="http://schemas.microsoft.com/office/drawing/2014/main" id="{1871FE0A-8570-49BF-0D7B-6B348F31D9D8}"/>
              </a:ext>
            </a:extLst>
          </p:cNvPr>
          <p:cNvSpPr/>
          <p:nvPr/>
        </p:nvSpPr>
        <p:spPr>
          <a:xfrm>
            <a:off x="1261673" y="1429055"/>
            <a:ext cx="108405" cy="99158"/>
          </a:xfrm>
          <a:prstGeom prst="rightArrow">
            <a:avLst/>
          </a:prstGeom>
          <a:solidFill>
            <a:srgbClr val="FF505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888734C6-C5D6-A573-A5F0-4B7BB968386B}"/>
              </a:ext>
            </a:extLst>
          </p:cNvPr>
          <p:cNvSpPr/>
          <p:nvPr/>
        </p:nvSpPr>
        <p:spPr>
          <a:xfrm>
            <a:off x="10870567" y="6167968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L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151580D-B58D-152F-6ED5-9ECE26AA1727}"/>
              </a:ext>
            </a:extLst>
          </p:cNvPr>
          <p:cNvSpPr/>
          <p:nvPr/>
        </p:nvSpPr>
        <p:spPr>
          <a:xfrm>
            <a:off x="11148841" y="6167968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M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BD651B97-F935-6F92-56B8-076E8A73614E}"/>
              </a:ext>
            </a:extLst>
          </p:cNvPr>
          <p:cNvSpPr/>
          <p:nvPr/>
        </p:nvSpPr>
        <p:spPr>
          <a:xfrm>
            <a:off x="11460826" y="6167968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N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F782D7EE-278C-6E2B-B883-6EF7636EE91B}"/>
              </a:ext>
            </a:extLst>
          </p:cNvPr>
          <p:cNvSpPr/>
          <p:nvPr/>
        </p:nvSpPr>
        <p:spPr>
          <a:xfrm>
            <a:off x="11739100" y="6167968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O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DAB09039-0843-5281-915C-A6639B92D4D8}"/>
              </a:ext>
            </a:extLst>
          </p:cNvPr>
          <p:cNvSpPr/>
          <p:nvPr/>
        </p:nvSpPr>
        <p:spPr>
          <a:xfrm>
            <a:off x="9689541" y="6167968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H</a:t>
            </a:r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5BB7A7AF-7B3A-07B5-55F5-DBA1B95E7DF4}"/>
              </a:ext>
            </a:extLst>
          </p:cNvPr>
          <p:cNvSpPr/>
          <p:nvPr/>
        </p:nvSpPr>
        <p:spPr>
          <a:xfrm>
            <a:off x="9967815" y="6167968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I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C0201E08-EA5A-8F23-7A8B-0765DDA6B136}"/>
              </a:ext>
            </a:extLst>
          </p:cNvPr>
          <p:cNvSpPr/>
          <p:nvPr/>
        </p:nvSpPr>
        <p:spPr>
          <a:xfrm>
            <a:off x="10279800" y="6167968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J</a:t>
            </a:r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8AAAF8D0-F797-6DF6-598A-561A5C5A3A58}"/>
              </a:ext>
            </a:extLst>
          </p:cNvPr>
          <p:cNvSpPr/>
          <p:nvPr/>
        </p:nvSpPr>
        <p:spPr>
          <a:xfrm>
            <a:off x="10558074" y="6167968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K</a:t>
            </a:r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C788ACB0-3E21-3E00-6236-5B0777FADD9E}"/>
              </a:ext>
            </a:extLst>
          </p:cNvPr>
          <p:cNvSpPr/>
          <p:nvPr/>
        </p:nvSpPr>
        <p:spPr>
          <a:xfrm>
            <a:off x="11008452" y="5848053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F</a:t>
            </a:r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5921A449-3F5A-484D-4014-F25131075943}"/>
              </a:ext>
            </a:extLst>
          </p:cNvPr>
          <p:cNvSpPr/>
          <p:nvPr/>
        </p:nvSpPr>
        <p:spPr>
          <a:xfrm>
            <a:off x="11601345" y="5850290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G</a:t>
            </a:r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61924149-F19E-921C-59AD-D90459C626EC}"/>
              </a:ext>
            </a:extLst>
          </p:cNvPr>
          <p:cNvSpPr/>
          <p:nvPr/>
        </p:nvSpPr>
        <p:spPr>
          <a:xfrm>
            <a:off x="9830060" y="5845816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D</a:t>
            </a:r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0F392291-D9FD-95B3-69C6-6FD6C86CC25A}"/>
              </a:ext>
            </a:extLst>
          </p:cNvPr>
          <p:cNvSpPr/>
          <p:nvPr/>
        </p:nvSpPr>
        <p:spPr>
          <a:xfrm>
            <a:off x="10420319" y="5850290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E</a:t>
            </a:r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0A28817D-FADE-0C4A-1808-359B9A97BC48}"/>
              </a:ext>
            </a:extLst>
          </p:cNvPr>
          <p:cNvSpPr/>
          <p:nvPr/>
        </p:nvSpPr>
        <p:spPr>
          <a:xfrm>
            <a:off x="10123653" y="5515998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B</a:t>
            </a: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045E3EE7-BC66-3AB3-8AE5-C21382B9A0E8}"/>
              </a:ext>
            </a:extLst>
          </p:cNvPr>
          <p:cNvSpPr/>
          <p:nvPr/>
        </p:nvSpPr>
        <p:spPr>
          <a:xfrm>
            <a:off x="10716546" y="5133413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rgbClr val="000050"/>
                </a:solidFill>
              </a:rPr>
              <a:t>A</a:t>
            </a: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6E5691B9-6284-D80B-3E1D-E05540C9EE7A}"/>
              </a:ext>
            </a:extLst>
          </p:cNvPr>
          <p:cNvSpPr/>
          <p:nvPr/>
        </p:nvSpPr>
        <p:spPr>
          <a:xfrm>
            <a:off x="11304381" y="5511985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C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C2BFC6B4-2286-584A-D618-4D250332364D}"/>
              </a:ext>
            </a:extLst>
          </p:cNvPr>
          <p:cNvCxnSpPr>
            <a:cxnSpLocks/>
            <a:stCxn id="48" idx="5"/>
            <a:endCxn id="49" idx="1"/>
          </p:cNvCxnSpPr>
          <p:nvPr/>
        </p:nvCxnSpPr>
        <p:spPr>
          <a:xfrm>
            <a:off x="10896520" y="5286235"/>
            <a:ext cx="438739" cy="251970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BBFA939C-E4CD-7D07-6E31-6BB18B7C6FFF}"/>
              </a:ext>
            </a:extLst>
          </p:cNvPr>
          <p:cNvCxnSpPr>
            <a:cxnSpLocks/>
            <a:stCxn id="48" idx="3"/>
            <a:endCxn id="47" idx="7"/>
          </p:cNvCxnSpPr>
          <p:nvPr/>
        </p:nvCxnSpPr>
        <p:spPr>
          <a:xfrm flipH="1">
            <a:off x="10303627" y="5286235"/>
            <a:ext cx="443798" cy="255984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6EB19678-E1AC-D18E-F804-B070D0753E43}"/>
              </a:ext>
            </a:extLst>
          </p:cNvPr>
          <p:cNvCxnSpPr>
            <a:cxnSpLocks/>
            <a:stCxn id="47" idx="3"/>
            <a:endCxn id="45" idx="7"/>
          </p:cNvCxnSpPr>
          <p:nvPr/>
        </p:nvCxnSpPr>
        <p:spPr>
          <a:xfrm flipH="1">
            <a:off x="10010035" y="5668820"/>
            <a:ext cx="144497" cy="203216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E9721AF5-4BA7-172A-94DB-0325B453C139}"/>
              </a:ext>
            </a:extLst>
          </p:cNvPr>
          <p:cNvCxnSpPr>
            <a:cxnSpLocks/>
            <a:stCxn id="47" idx="5"/>
            <a:endCxn id="46" idx="1"/>
          </p:cNvCxnSpPr>
          <p:nvPr/>
        </p:nvCxnSpPr>
        <p:spPr>
          <a:xfrm>
            <a:off x="10303627" y="5668820"/>
            <a:ext cx="147570" cy="207690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1D33D918-3E8E-BD4E-5D7D-7EF2E0A292A2}"/>
              </a:ext>
            </a:extLst>
          </p:cNvPr>
          <p:cNvCxnSpPr>
            <a:cxnSpLocks/>
            <a:stCxn id="45" idx="3"/>
            <a:endCxn id="39" idx="0"/>
          </p:cNvCxnSpPr>
          <p:nvPr/>
        </p:nvCxnSpPr>
        <p:spPr>
          <a:xfrm flipH="1">
            <a:off x="9794968" y="5998638"/>
            <a:ext cx="65971" cy="169331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DB390847-49B9-1AF0-0197-5B6EB56ABEC0}"/>
              </a:ext>
            </a:extLst>
          </p:cNvPr>
          <p:cNvCxnSpPr>
            <a:cxnSpLocks/>
            <a:stCxn id="45" idx="5"/>
            <a:endCxn id="40" idx="0"/>
          </p:cNvCxnSpPr>
          <p:nvPr/>
        </p:nvCxnSpPr>
        <p:spPr>
          <a:xfrm>
            <a:off x="10010035" y="5998638"/>
            <a:ext cx="63207" cy="169331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to 55">
            <a:extLst>
              <a:ext uri="{FF2B5EF4-FFF2-40B4-BE49-F238E27FC236}">
                <a16:creationId xmlns:a16="http://schemas.microsoft.com/office/drawing/2014/main" id="{2EE2A512-8319-FAAF-3787-FD38B8FB7E7A}"/>
              </a:ext>
            </a:extLst>
          </p:cNvPr>
          <p:cNvCxnSpPr>
            <a:cxnSpLocks/>
            <a:stCxn id="49" idx="3"/>
            <a:endCxn id="43" idx="7"/>
          </p:cNvCxnSpPr>
          <p:nvPr/>
        </p:nvCxnSpPr>
        <p:spPr>
          <a:xfrm flipH="1">
            <a:off x="11188426" y="5664806"/>
            <a:ext cx="146833" cy="209467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E6014420-8EBD-A920-42BD-97B18CF11E65}"/>
              </a:ext>
            </a:extLst>
          </p:cNvPr>
          <p:cNvCxnSpPr>
            <a:cxnSpLocks/>
            <a:stCxn id="49" idx="5"/>
            <a:endCxn id="44" idx="1"/>
          </p:cNvCxnSpPr>
          <p:nvPr/>
        </p:nvCxnSpPr>
        <p:spPr>
          <a:xfrm>
            <a:off x="11484355" y="5664806"/>
            <a:ext cx="147869" cy="211704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F21F6F6C-FCF2-7B93-562D-5B52D822F378}"/>
              </a:ext>
            </a:extLst>
          </p:cNvPr>
          <p:cNvCxnSpPr>
            <a:cxnSpLocks/>
            <a:stCxn id="46" idx="3"/>
            <a:endCxn id="41" idx="0"/>
          </p:cNvCxnSpPr>
          <p:nvPr/>
        </p:nvCxnSpPr>
        <p:spPr>
          <a:xfrm flipH="1">
            <a:off x="10385226" y="6003112"/>
            <a:ext cx="65971" cy="164856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D07A2BB0-2747-7008-4FD2-67D15E755E1F}"/>
              </a:ext>
            </a:extLst>
          </p:cNvPr>
          <p:cNvCxnSpPr>
            <a:cxnSpLocks/>
            <a:stCxn id="46" idx="5"/>
            <a:endCxn id="42" idx="0"/>
          </p:cNvCxnSpPr>
          <p:nvPr/>
        </p:nvCxnSpPr>
        <p:spPr>
          <a:xfrm>
            <a:off x="10600293" y="6003112"/>
            <a:ext cx="63207" cy="164856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6DB0C90A-259C-117A-495A-60C9B57498B3}"/>
              </a:ext>
            </a:extLst>
          </p:cNvPr>
          <p:cNvCxnSpPr>
            <a:cxnSpLocks/>
            <a:stCxn id="43" idx="3"/>
            <a:endCxn id="35" idx="0"/>
          </p:cNvCxnSpPr>
          <p:nvPr/>
        </p:nvCxnSpPr>
        <p:spPr>
          <a:xfrm flipH="1">
            <a:off x="10975994" y="6000875"/>
            <a:ext cx="63337" cy="167093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to 60">
            <a:extLst>
              <a:ext uri="{FF2B5EF4-FFF2-40B4-BE49-F238E27FC236}">
                <a16:creationId xmlns:a16="http://schemas.microsoft.com/office/drawing/2014/main" id="{A5A3B624-654F-59B5-FA15-EB5251DDA93C}"/>
              </a:ext>
            </a:extLst>
          </p:cNvPr>
          <p:cNvCxnSpPr>
            <a:cxnSpLocks/>
            <a:stCxn id="43" idx="5"/>
            <a:endCxn id="36" idx="0"/>
          </p:cNvCxnSpPr>
          <p:nvPr/>
        </p:nvCxnSpPr>
        <p:spPr>
          <a:xfrm>
            <a:off x="11188426" y="6000875"/>
            <a:ext cx="65842" cy="167093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E3B89CF7-FA99-F5EB-95D6-B89F1B48C9B3}"/>
              </a:ext>
            </a:extLst>
          </p:cNvPr>
          <p:cNvCxnSpPr>
            <a:cxnSpLocks/>
            <a:stCxn id="44" idx="3"/>
            <a:endCxn id="37" idx="0"/>
          </p:cNvCxnSpPr>
          <p:nvPr/>
        </p:nvCxnSpPr>
        <p:spPr>
          <a:xfrm flipH="1">
            <a:off x="11566253" y="6003112"/>
            <a:ext cx="65971" cy="164856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598BC2B2-C58C-BC44-E557-06BE91530380}"/>
              </a:ext>
            </a:extLst>
          </p:cNvPr>
          <p:cNvCxnSpPr>
            <a:cxnSpLocks/>
            <a:stCxn id="44" idx="5"/>
            <a:endCxn id="38" idx="0"/>
          </p:cNvCxnSpPr>
          <p:nvPr/>
        </p:nvCxnSpPr>
        <p:spPr>
          <a:xfrm>
            <a:off x="11781320" y="6003112"/>
            <a:ext cx="63207" cy="164856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Seta: para a Direita 63">
            <a:extLst>
              <a:ext uri="{FF2B5EF4-FFF2-40B4-BE49-F238E27FC236}">
                <a16:creationId xmlns:a16="http://schemas.microsoft.com/office/drawing/2014/main" id="{68556AA5-23E7-0CE5-A096-E7162BD54528}"/>
              </a:ext>
            </a:extLst>
          </p:cNvPr>
          <p:cNvSpPr/>
          <p:nvPr/>
        </p:nvSpPr>
        <p:spPr>
          <a:xfrm>
            <a:off x="10558074" y="5167338"/>
            <a:ext cx="108405" cy="99158"/>
          </a:xfrm>
          <a:prstGeom prst="rightArrow">
            <a:avLst/>
          </a:prstGeom>
          <a:solidFill>
            <a:srgbClr val="FF505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/>
          </a:p>
        </p:txBody>
      </p: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2530312-6A0D-28D1-B58D-B9D5700FDC1F}"/>
              </a:ext>
            </a:extLst>
          </p:cNvPr>
          <p:cNvCxnSpPr>
            <a:cxnSpLocks/>
          </p:cNvCxnSpPr>
          <p:nvPr/>
        </p:nvCxnSpPr>
        <p:spPr>
          <a:xfrm>
            <a:off x="799984" y="2051356"/>
            <a:ext cx="160026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Elipse 67">
            <a:extLst>
              <a:ext uri="{FF2B5EF4-FFF2-40B4-BE49-F238E27FC236}">
                <a16:creationId xmlns:a16="http://schemas.microsoft.com/office/drawing/2014/main" id="{8CE841FF-BE3B-451E-8D98-340D1ED99B86}"/>
              </a:ext>
            </a:extLst>
          </p:cNvPr>
          <p:cNvSpPr/>
          <p:nvPr/>
        </p:nvSpPr>
        <p:spPr>
          <a:xfrm>
            <a:off x="3884219" y="1782667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5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B</a:t>
            </a:r>
          </a:p>
        </p:txBody>
      </p:sp>
      <p:sp>
        <p:nvSpPr>
          <p:cNvPr id="69" name="Elipse 68">
            <a:extLst>
              <a:ext uri="{FF2B5EF4-FFF2-40B4-BE49-F238E27FC236}">
                <a16:creationId xmlns:a16="http://schemas.microsoft.com/office/drawing/2014/main" id="{3FD7CEF3-43C4-E635-A009-3F0683EE70A1}"/>
              </a:ext>
            </a:extLst>
          </p:cNvPr>
          <p:cNvSpPr/>
          <p:nvPr/>
        </p:nvSpPr>
        <p:spPr>
          <a:xfrm>
            <a:off x="4477112" y="1400082"/>
            <a:ext cx="210853" cy="179042"/>
          </a:xfrm>
          <a:prstGeom prst="ellipse">
            <a:avLst/>
          </a:prstGeom>
          <a:solidFill>
            <a:srgbClr val="FFFF00"/>
          </a:solidFill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rgbClr val="000050"/>
                </a:solidFill>
              </a:rPr>
              <a:t>A</a:t>
            </a:r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31169FEC-E338-CDB5-4273-F7B13E5F94D7}"/>
              </a:ext>
            </a:extLst>
          </p:cNvPr>
          <p:cNvSpPr/>
          <p:nvPr/>
        </p:nvSpPr>
        <p:spPr>
          <a:xfrm>
            <a:off x="5064947" y="1778654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5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C</a:t>
            </a:r>
          </a:p>
        </p:txBody>
      </p: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790A0537-F50A-D3D8-D409-4CB001F5982E}"/>
              </a:ext>
            </a:extLst>
          </p:cNvPr>
          <p:cNvCxnSpPr>
            <a:cxnSpLocks/>
            <a:stCxn id="69" idx="5"/>
            <a:endCxn id="70" idx="1"/>
          </p:cNvCxnSpPr>
          <p:nvPr/>
        </p:nvCxnSpPr>
        <p:spPr>
          <a:xfrm>
            <a:off x="4657086" y="1552904"/>
            <a:ext cx="438739" cy="251970"/>
          </a:xfrm>
          <a:prstGeom prst="line">
            <a:avLst/>
          </a:prstGeom>
          <a:ln w="38100">
            <a:solidFill>
              <a:srgbClr val="00005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1DE46D9B-A667-00A7-270B-CF4FF64C5DD3}"/>
              </a:ext>
            </a:extLst>
          </p:cNvPr>
          <p:cNvCxnSpPr>
            <a:cxnSpLocks/>
            <a:stCxn id="69" idx="3"/>
            <a:endCxn id="68" idx="7"/>
          </p:cNvCxnSpPr>
          <p:nvPr/>
        </p:nvCxnSpPr>
        <p:spPr>
          <a:xfrm flipH="1">
            <a:off x="4064193" y="1552904"/>
            <a:ext cx="443798" cy="255984"/>
          </a:xfrm>
          <a:prstGeom prst="line">
            <a:avLst/>
          </a:prstGeom>
          <a:ln w="38100">
            <a:solidFill>
              <a:srgbClr val="00005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Seta: para a Direita 72">
            <a:extLst>
              <a:ext uri="{FF2B5EF4-FFF2-40B4-BE49-F238E27FC236}">
                <a16:creationId xmlns:a16="http://schemas.microsoft.com/office/drawing/2014/main" id="{11B64ECD-59E4-7F2B-E2FB-95C366103683}"/>
              </a:ext>
            </a:extLst>
          </p:cNvPr>
          <p:cNvSpPr/>
          <p:nvPr/>
        </p:nvSpPr>
        <p:spPr>
          <a:xfrm>
            <a:off x="3671975" y="1795300"/>
            <a:ext cx="108405" cy="99158"/>
          </a:xfrm>
          <a:prstGeom prst="rightArrow">
            <a:avLst/>
          </a:prstGeom>
          <a:solidFill>
            <a:srgbClr val="FF505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/>
          </a:p>
        </p:txBody>
      </p:sp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045AE52E-FCBA-326A-55FE-A5809424C320}"/>
              </a:ext>
            </a:extLst>
          </p:cNvPr>
          <p:cNvCxnSpPr>
            <a:cxnSpLocks/>
          </p:cNvCxnSpPr>
          <p:nvPr/>
        </p:nvCxnSpPr>
        <p:spPr>
          <a:xfrm>
            <a:off x="3856951" y="2056308"/>
            <a:ext cx="160026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Elipse 74">
            <a:extLst>
              <a:ext uri="{FF2B5EF4-FFF2-40B4-BE49-F238E27FC236}">
                <a16:creationId xmlns:a16="http://schemas.microsoft.com/office/drawing/2014/main" id="{7F0ED1B9-3DCF-514B-5248-A0429DC5794C}"/>
              </a:ext>
            </a:extLst>
          </p:cNvPr>
          <p:cNvSpPr/>
          <p:nvPr/>
        </p:nvSpPr>
        <p:spPr>
          <a:xfrm>
            <a:off x="6934560" y="1782176"/>
            <a:ext cx="210853" cy="179042"/>
          </a:xfrm>
          <a:prstGeom prst="ellipse">
            <a:avLst/>
          </a:prstGeom>
          <a:solidFill>
            <a:srgbClr val="FFFF00"/>
          </a:solidFill>
          <a:ln w="38100">
            <a:solidFill>
              <a:srgbClr val="00005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B</a:t>
            </a:r>
          </a:p>
        </p:txBody>
      </p:sp>
      <p:sp>
        <p:nvSpPr>
          <p:cNvPr id="76" name="Elipse 75">
            <a:extLst>
              <a:ext uri="{FF2B5EF4-FFF2-40B4-BE49-F238E27FC236}">
                <a16:creationId xmlns:a16="http://schemas.microsoft.com/office/drawing/2014/main" id="{A3E0635B-48D1-9B02-CAA0-18AC6A410BE0}"/>
              </a:ext>
            </a:extLst>
          </p:cNvPr>
          <p:cNvSpPr/>
          <p:nvPr/>
        </p:nvSpPr>
        <p:spPr>
          <a:xfrm>
            <a:off x="7527453" y="1399591"/>
            <a:ext cx="210853" cy="179042"/>
          </a:xfrm>
          <a:prstGeom prst="ellipse">
            <a:avLst/>
          </a:prstGeom>
          <a:solidFill>
            <a:srgbClr val="FFFF00"/>
          </a:solidFill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rgbClr val="000050"/>
                </a:solidFill>
              </a:rPr>
              <a:t>A</a:t>
            </a:r>
          </a:p>
        </p:txBody>
      </p:sp>
      <p:sp>
        <p:nvSpPr>
          <p:cNvPr id="77" name="Elipse 76">
            <a:extLst>
              <a:ext uri="{FF2B5EF4-FFF2-40B4-BE49-F238E27FC236}">
                <a16:creationId xmlns:a16="http://schemas.microsoft.com/office/drawing/2014/main" id="{420A08E2-4FF6-4444-B09B-EF338D8A3F84}"/>
              </a:ext>
            </a:extLst>
          </p:cNvPr>
          <p:cNvSpPr/>
          <p:nvPr/>
        </p:nvSpPr>
        <p:spPr>
          <a:xfrm>
            <a:off x="8115288" y="1778163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5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C</a:t>
            </a:r>
          </a:p>
        </p:txBody>
      </p:sp>
      <p:cxnSp>
        <p:nvCxnSpPr>
          <p:cNvPr id="78" name="Conector reto 77">
            <a:extLst>
              <a:ext uri="{FF2B5EF4-FFF2-40B4-BE49-F238E27FC236}">
                <a16:creationId xmlns:a16="http://schemas.microsoft.com/office/drawing/2014/main" id="{014DDB79-2ED1-E232-4262-768BE295CE7B}"/>
              </a:ext>
            </a:extLst>
          </p:cNvPr>
          <p:cNvCxnSpPr>
            <a:cxnSpLocks/>
            <a:stCxn id="76" idx="5"/>
            <a:endCxn id="77" idx="1"/>
          </p:cNvCxnSpPr>
          <p:nvPr/>
        </p:nvCxnSpPr>
        <p:spPr>
          <a:xfrm>
            <a:off x="7707427" y="1552413"/>
            <a:ext cx="438739" cy="251970"/>
          </a:xfrm>
          <a:prstGeom prst="line">
            <a:avLst/>
          </a:prstGeom>
          <a:ln w="38100">
            <a:solidFill>
              <a:srgbClr val="00005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>
            <a:extLst>
              <a:ext uri="{FF2B5EF4-FFF2-40B4-BE49-F238E27FC236}">
                <a16:creationId xmlns:a16="http://schemas.microsoft.com/office/drawing/2014/main" id="{DBA14734-D7D0-3E9A-6F9A-A29DA0FD53DD}"/>
              </a:ext>
            </a:extLst>
          </p:cNvPr>
          <p:cNvCxnSpPr>
            <a:cxnSpLocks/>
            <a:stCxn id="76" idx="3"/>
            <a:endCxn id="75" idx="7"/>
          </p:cNvCxnSpPr>
          <p:nvPr/>
        </p:nvCxnSpPr>
        <p:spPr>
          <a:xfrm flipH="1">
            <a:off x="7114534" y="1552413"/>
            <a:ext cx="443798" cy="255984"/>
          </a:xfrm>
          <a:prstGeom prst="line">
            <a:avLst/>
          </a:prstGeom>
          <a:ln w="38100">
            <a:solidFill>
              <a:srgbClr val="00005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Seta: para a Direita 79">
            <a:extLst>
              <a:ext uri="{FF2B5EF4-FFF2-40B4-BE49-F238E27FC236}">
                <a16:creationId xmlns:a16="http://schemas.microsoft.com/office/drawing/2014/main" id="{79DE1E0E-2AE3-DEE3-DDCA-3CAAF5847C16}"/>
              </a:ext>
            </a:extLst>
          </p:cNvPr>
          <p:cNvSpPr/>
          <p:nvPr/>
        </p:nvSpPr>
        <p:spPr>
          <a:xfrm>
            <a:off x="7854657" y="1823435"/>
            <a:ext cx="108405" cy="99158"/>
          </a:xfrm>
          <a:prstGeom prst="rightArrow">
            <a:avLst/>
          </a:prstGeom>
          <a:solidFill>
            <a:srgbClr val="FF505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/>
          </a:p>
        </p:txBody>
      </p:sp>
      <p:cxnSp>
        <p:nvCxnSpPr>
          <p:cNvPr id="81" name="Conector reto 80">
            <a:extLst>
              <a:ext uri="{FF2B5EF4-FFF2-40B4-BE49-F238E27FC236}">
                <a16:creationId xmlns:a16="http://schemas.microsoft.com/office/drawing/2014/main" id="{3319C629-B3F1-8893-CFEE-879BFC36E3C7}"/>
              </a:ext>
            </a:extLst>
          </p:cNvPr>
          <p:cNvCxnSpPr>
            <a:cxnSpLocks/>
          </p:cNvCxnSpPr>
          <p:nvPr/>
        </p:nvCxnSpPr>
        <p:spPr>
          <a:xfrm>
            <a:off x="6907292" y="2055817"/>
            <a:ext cx="160026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Elipse 81">
            <a:extLst>
              <a:ext uri="{FF2B5EF4-FFF2-40B4-BE49-F238E27FC236}">
                <a16:creationId xmlns:a16="http://schemas.microsoft.com/office/drawing/2014/main" id="{2D73AF3D-78D9-DA25-F21A-B77606AD1E42}"/>
              </a:ext>
            </a:extLst>
          </p:cNvPr>
          <p:cNvSpPr/>
          <p:nvPr/>
        </p:nvSpPr>
        <p:spPr>
          <a:xfrm>
            <a:off x="10002327" y="1764243"/>
            <a:ext cx="210853" cy="179042"/>
          </a:xfrm>
          <a:prstGeom prst="ellipse">
            <a:avLst/>
          </a:prstGeom>
          <a:solidFill>
            <a:srgbClr val="FFFF00"/>
          </a:solidFill>
          <a:ln w="38100">
            <a:solidFill>
              <a:srgbClr val="00005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B</a:t>
            </a:r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56EC796A-7AD3-FE1E-D61E-65D090FB5D2A}"/>
              </a:ext>
            </a:extLst>
          </p:cNvPr>
          <p:cNvSpPr/>
          <p:nvPr/>
        </p:nvSpPr>
        <p:spPr>
          <a:xfrm>
            <a:off x="10595220" y="1381658"/>
            <a:ext cx="210853" cy="179042"/>
          </a:xfrm>
          <a:prstGeom prst="ellipse">
            <a:avLst/>
          </a:prstGeom>
          <a:solidFill>
            <a:srgbClr val="FFFF00"/>
          </a:solidFill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rgbClr val="000050"/>
                </a:solidFill>
              </a:rPr>
              <a:t>A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BE37E53F-C066-374A-31FA-A8BDBF659F0A}"/>
              </a:ext>
            </a:extLst>
          </p:cNvPr>
          <p:cNvSpPr/>
          <p:nvPr/>
        </p:nvSpPr>
        <p:spPr>
          <a:xfrm>
            <a:off x="11183055" y="1760230"/>
            <a:ext cx="210853" cy="179042"/>
          </a:xfrm>
          <a:prstGeom prst="ellipse">
            <a:avLst/>
          </a:prstGeom>
          <a:solidFill>
            <a:srgbClr val="FFFF00"/>
          </a:solidFill>
          <a:ln w="38100">
            <a:solidFill>
              <a:srgbClr val="00005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C</a:t>
            </a:r>
          </a:p>
        </p:txBody>
      </p:sp>
      <p:cxnSp>
        <p:nvCxnSpPr>
          <p:cNvPr id="85" name="Conector reto 84">
            <a:extLst>
              <a:ext uri="{FF2B5EF4-FFF2-40B4-BE49-F238E27FC236}">
                <a16:creationId xmlns:a16="http://schemas.microsoft.com/office/drawing/2014/main" id="{C78AF15B-BC04-FF39-C89E-7A29A9AEABDF}"/>
              </a:ext>
            </a:extLst>
          </p:cNvPr>
          <p:cNvCxnSpPr>
            <a:cxnSpLocks/>
            <a:stCxn id="83" idx="5"/>
            <a:endCxn id="84" idx="1"/>
          </p:cNvCxnSpPr>
          <p:nvPr/>
        </p:nvCxnSpPr>
        <p:spPr>
          <a:xfrm>
            <a:off x="10775194" y="1534480"/>
            <a:ext cx="438739" cy="251970"/>
          </a:xfrm>
          <a:prstGeom prst="line">
            <a:avLst/>
          </a:prstGeom>
          <a:ln w="38100">
            <a:solidFill>
              <a:srgbClr val="00005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to 85">
            <a:extLst>
              <a:ext uri="{FF2B5EF4-FFF2-40B4-BE49-F238E27FC236}">
                <a16:creationId xmlns:a16="http://schemas.microsoft.com/office/drawing/2014/main" id="{EE56AD38-3F5A-163C-29AA-41A0F75CC654}"/>
              </a:ext>
            </a:extLst>
          </p:cNvPr>
          <p:cNvCxnSpPr>
            <a:cxnSpLocks/>
            <a:stCxn id="83" idx="3"/>
            <a:endCxn id="82" idx="7"/>
          </p:cNvCxnSpPr>
          <p:nvPr/>
        </p:nvCxnSpPr>
        <p:spPr>
          <a:xfrm flipH="1">
            <a:off x="10182301" y="1534480"/>
            <a:ext cx="443798" cy="255984"/>
          </a:xfrm>
          <a:prstGeom prst="line">
            <a:avLst/>
          </a:prstGeom>
          <a:ln w="38100">
            <a:solidFill>
              <a:srgbClr val="00005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Seta: para a Direita 86">
            <a:extLst>
              <a:ext uri="{FF2B5EF4-FFF2-40B4-BE49-F238E27FC236}">
                <a16:creationId xmlns:a16="http://schemas.microsoft.com/office/drawing/2014/main" id="{956F0E50-93B0-C9D6-CDAD-B6341FC14F99}"/>
              </a:ext>
            </a:extLst>
          </p:cNvPr>
          <p:cNvSpPr/>
          <p:nvPr/>
        </p:nvSpPr>
        <p:spPr>
          <a:xfrm>
            <a:off x="10922424" y="1805502"/>
            <a:ext cx="108405" cy="99158"/>
          </a:xfrm>
          <a:prstGeom prst="rightArrow">
            <a:avLst/>
          </a:prstGeom>
          <a:solidFill>
            <a:srgbClr val="FF505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/>
          </a:p>
        </p:txBody>
      </p:sp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6072D0BC-D836-C69F-FBF1-91044BCE3A04}"/>
              </a:ext>
            </a:extLst>
          </p:cNvPr>
          <p:cNvCxnSpPr>
            <a:cxnSpLocks/>
          </p:cNvCxnSpPr>
          <p:nvPr/>
        </p:nvCxnSpPr>
        <p:spPr>
          <a:xfrm>
            <a:off x="10019882" y="2055817"/>
            <a:ext cx="160026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CaixaDeTexto 110">
            <a:extLst>
              <a:ext uri="{FF2B5EF4-FFF2-40B4-BE49-F238E27FC236}">
                <a16:creationId xmlns:a16="http://schemas.microsoft.com/office/drawing/2014/main" id="{F0352455-8EB2-9EEE-FCA5-5ABFC47AF0EC}"/>
              </a:ext>
            </a:extLst>
          </p:cNvPr>
          <p:cNvSpPr txBox="1"/>
          <p:nvPr/>
        </p:nvSpPr>
        <p:spPr>
          <a:xfrm>
            <a:off x="17918" y="1348025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Limit</a:t>
            </a:r>
            <a:r>
              <a:rPr lang="pt-BR" dirty="0"/>
              <a:t> = 1</a:t>
            </a:r>
          </a:p>
        </p:txBody>
      </p:sp>
    </p:spTree>
    <p:extLst>
      <p:ext uri="{BB962C8B-B14F-4D97-AF65-F5344CB8AC3E}">
        <p14:creationId xmlns:p14="http://schemas.microsoft.com/office/powerpoint/2010/main" val="21257466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248B4-8921-398F-20A7-21624AAD0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77CFFC-2AF5-90B0-AB7E-3DB279BC1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PROFUNDIDADE ITERATIVA</a:t>
            </a:r>
          </a:p>
        </p:txBody>
      </p: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274DAFDC-D0EA-5166-F1CF-384087663B7C}"/>
              </a:ext>
            </a:extLst>
          </p:cNvPr>
          <p:cNvCxnSpPr>
            <a:cxnSpLocks/>
          </p:cNvCxnSpPr>
          <p:nvPr/>
        </p:nvCxnSpPr>
        <p:spPr>
          <a:xfrm>
            <a:off x="563942" y="2388002"/>
            <a:ext cx="203217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CaixaDeTexto 110">
            <a:extLst>
              <a:ext uri="{FF2B5EF4-FFF2-40B4-BE49-F238E27FC236}">
                <a16:creationId xmlns:a16="http://schemas.microsoft.com/office/drawing/2014/main" id="{20B4FF2D-A3D3-B577-AAA6-624ABCEE9972}"/>
              </a:ext>
            </a:extLst>
          </p:cNvPr>
          <p:cNvSpPr txBox="1"/>
          <p:nvPr/>
        </p:nvSpPr>
        <p:spPr>
          <a:xfrm>
            <a:off x="17918" y="1348025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Limit</a:t>
            </a:r>
            <a:r>
              <a:rPr lang="pt-BR" dirty="0"/>
              <a:t> = 2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F6EF12CB-C849-7744-00C5-0AC63904E0D2}"/>
              </a:ext>
            </a:extLst>
          </p:cNvPr>
          <p:cNvSpPr/>
          <p:nvPr/>
        </p:nvSpPr>
        <p:spPr>
          <a:xfrm>
            <a:off x="1703402" y="3336086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F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6F1E8755-AC2B-278D-C496-11EFB9BC0220}"/>
              </a:ext>
            </a:extLst>
          </p:cNvPr>
          <p:cNvSpPr/>
          <p:nvPr/>
        </p:nvSpPr>
        <p:spPr>
          <a:xfrm>
            <a:off x="2296295" y="3338323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G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9ED8B1DB-3332-3535-56C7-BF1D6ECFFC67}"/>
              </a:ext>
            </a:extLst>
          </p:cNvPr>
          <p:cNvSpPr/>
          <p:nvPr/>
        </p:nvSpPr>
        <p:spPr>
          <a:xfrm>
            <a:off x="525010" y="3333849"/>
            <a:ext cx="210853" cy="17904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D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CE94E770-2154-4FA6-5AD6-9A1FAD108CEF}"/>
              </a:ext>
            </a:extLst>
          </p:cNvPr>
          <p:cNvSpPr/>
          <p:nvPr/>
        </p:nvSpPr>
        <p:spPr>
          <a:xfrm>
            <a:off x="1115269" y="3338323"/>
            <a:ext cx="210853" cy="17904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E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EB05D7DF-E10D-928A-CC07-C4E8756B8AD6}"/>
              </a:ext>
            </a:extLst>
          </p:cNvPr>
          <p:cNvSpPr/>
          <p:nvPr/>
        </p:nvSpPr>
        <p:spPr>
          <a:xfrm>
            <a:off x="818603" y="3004031"/>
            <a:ext cx="210853" cy="17904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B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C4617311-FE0B-E0EB-9C96-9A83C6487165}"/>
              </a:ext>
            </a:extLst>
          </p:cNvPr>
          <p:cNvSpPr/>
          <p:nvPr/>
        </p:nvSpPr>
        <p:spPr>
          <a:xfrm>
            <a:off x="1411496" y="2621446"/>
            <a:ext cx="210853" cy="179042"/>
          </a:xfrm>
          <a:prstGeom prst="ellipse">
            <a:avLst/>
          </a:prstGeom>
          <a:solidFill>
            <a:srgbClr val="FFFF00"/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rgbClr val="000050"/>
                </a:solidFill>
              </a:rPr>
              <a:t>A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96725064-1AEC-8039-C700-7E5034F0F411}"/>
              </a:ext>
            </a:extLst>
          </p:cNvPr>
          <p:cNvSpPr/>
          <p:nvPr/>
        </p:nvSpPr>
        <p:spPr>
          <a:xfrm>
            <a:off x="1999331" y="3000018"/>
            <a:ext cx="210853" cy="179042"/>
          </a:xfrm>
          <a:prstGeom prst="ellipse">
            <a:avLst/>
          </a:prstGeom>
          <a:solidFill>
            <a:srgbClr val="FFFF0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C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8AB3DD8B-D0B7-DE23-263D-1C3CF59ED0A2}"/>
              </a:ext>
            </a:extLst>
          </p:cNvPr>
          <p:cNvCxnSpPr>
            <a:cxnSpLocks/>
            <a:stCxn id="21" idx="5"/>
            <a:endCxn id="22" idx="1"/>
          </p:cNvCxnSpPr>
          <p:nvPr/>
        </p:nvCxnSpPr>
        <p:spPr>
          <a:xfrm>
            <a:off x="1591470" y="2774268"/>
            <a:ext cx="438739" cy="251970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9E95AAE5-ACA3-3013-EB71-71FF90EEAEAF}"/>
              </a:ext>
            </a:extLst>
          </p:cNvPr>
          <p:cNvCxnSpPr>
            <a:cxnSpLocks/>
            <a:stCxn id="21" idx="3"/>
            <a:endCxn id="15" idx="7"/>
          </p:cNvCxnSpPr>
          <p:nvPr/>
        </p:nvCxnSpPr>
        <p:spPr>
          <a:xfrm flipH="1">
            <a:off x="998577" y="2774268"/>
            <a:ext cx="443798" cy="255984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4056F49A-A8B1-B0C8-D5D6-27E0773B2E98}"/>
              </a:ext>
            </a:extLst>
          </p:cNvPr>
          <p:cNvCxnSpPr>
            <a:stCxn id="15" idx="3"/>
            <a:endCxn id="13" idx="7"/>
          </p:cNvCxnSpPr>
          <p:nvPr/>
        </p:nvCxnSpPr>
        <p:spPr>
          <a:xfrm flipH="1">
            <a:off x="704985" y="3156853"/>
            <a:ext cx="144497" cy="203216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A20E2314-01F1-3C0B-2D02-88E5BC1A7C1D}"/>
              </a:ext>
            </a:extLst>
          </p:cNvPr>
          <p:cNvCxnSpPr>
            <a:stCxn id="15" idx="5"/>
            <a:endCxn id="14" idx="1"/>
          </p:cNvCxnSpPr>
          <p:nvPr/>
        </p:nvCxnSpPr>
        <p:spPr>
          <a:xfrm>
            <a:off x="998577" y="3156853"/>
            <a:ext cx="147570" cy="207690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F48CD752-30E7-343E-6E3F-006E0D98A5B8}"/>
              </a:ext>
            </a:extLst>
          </p:cNvPr>
          <p:cNvCxnSpPr>
            <a:cxnSpLocks/>
            <a:stCxn id="22" idx="3"/>
            <a:endCxn id="11" idx="7"/>
          </p:cNvCxnSpPr>
          <p:nvPr/>
        </p:nvCxnSpPr>
        <p:spPr>
          <a:xfrm flipH="1">
            <a:off x="1883376" y="3152839"/>
            <a:ext cx="146833" cy="209467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6224BCD6-D268-8B8E-F901-F8F479ECAFD2}"/>
              </a:ext>
            </a:extLst>
          </p:cNvPr>
          <p:cNvCxnSpPr>
            <a:cxnSpLocks/>
            <a:stCxn id="22" idx="5"/>
            <a:endCxn id="12" idx="1"/>
          </p:cNvCxnSpPr>
          <p:nvPr/>
        </p:nvCxnSpPr>
        <p:spPr>
          <a:xfrm>
            <a:off x="2179305" y="3152839"/>
            <a:ext cx="147869" cy="211704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eta: para a Direita 28">
            <a:extLst>
              <a:ext uri="{FF2B5EF4-FFF2-40B4-BE49-F238E27FC236}">
                <a16:creationId xmlns:a16="http://schemas.microsoft.com/office/drawing/2014/main" id="{5A137E1C-7062-E2AE-FFDE-082D1C6E11FC}"/>
              </a:ext>
            </a:extLst>
          </p:cNvPr>
          <p:cNvSpPr/>
          <p:nvPr/>
        </p:nvSpPr>
        <p:spPr>
          <a:xfrm>
            <a:off x="1790731" y="3013987"/>
            <a:ext cx="108405" cy="99158"/>
          </a:xfrm>
          <a:prstGeom prst="rightArrow">
            <a:avLst/>
          </a:prstGeom>
          <a:solidFill>
            <a:srgbClr val="FF505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DDB9D411-48B6-F35B-81FE-F06C9130218C}"/>
              </a:ext>
            </a:extLst>
          </p:cNvPr>
          <p:cNvSpPr/>
          <p:nvPr/>
        </p:nvSpPr>
        <p:spPr>
          <a:xfrm>
            <a:off x="4760098" y="3325034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F</a:t>
            </a:r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D9D03E30-2607-EABD-B986-1CCB13B9DFC8}"/>
              </a:ext>
            </a:extLst>
          </p:cNvPr>
          <p:cNvSpPr/>
          <p:nvPr/>
        </p:nvSpPr>
        <p:spPr>
          <a:xfrm>
            <a:off x="5352991" y="3327271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G</a:t>
            </a:r>
          </a:p>
        </p:txBody>
      </p:sp>
      <p:sp>
        <p:nvSpPr>
          <p:cNvPr id="65" name="Elipse 64">
            <a:extLst>
              <a:ext uri="{FF2B5EF4-FFF2-40B4-BE49-F238E27FC236}">
                <a16:creationId xmlns:a16="http://schemas.microsoft.com/office/drawing/2014/main" id="{396D642C-1A99-AA70-1EAD-39FA6368C13B}"/>
              </a:ext>
            </a:extLst>
          </p:cNvPr>
          <p:cNvSpPr/>
          <p:nvPr/>
        </p:nvSpPr>
        <p:spPr>
          <a:xfrm>
            <a:off x="3581706" y="3322797"/>
            <a:ext cx="210853" cy="17904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D</a:t>
            </a:r>
          </a:p>
        </p:txBody>
      </p:sp>
      <p:sp>
        <p:nvSpPr>
          <p:cNvPr id="67" name="Elipse 66">
            <a:extLst>
              <a:ext uri="{FF2B5EF4-FFF2-40B4-BE49-F238E27FC236}">
                <a16:creationId xmlns:a16="http://schemas.microsoft.com/office/drawing/2014/main" id="{29F940CB-F6B7-D8C0-EAF9-BC3B549E6F07}"/>
              </a:ext>
            </a:extLst>
          </p:cNvPr>
          <p:cNvSpPr/>
          <p:nvPr/>
        </p:nvSpPr>
        <p:spPr>
          <a:xfrm>
            <a:off x="4171965" y="3327271"/>
            <a:ext cx="210853" cy="17904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E</a:t>
            </a:r>
          </a:p>
        </p:txBody>
      </p:sp>
      <p:sp>
        <p:nvSpPr>
          <p:cNvPr id="89" name="Elipse 88">
            <a:extLst>
              <a:ext uri="{FF2B5EF4-FFF2-40B4-BE49-F238E27FC236}">
                <a16:creationId xmlns:a16="http://schemas.microsoft.com/office/drawing/2014/main" id="{67B94525-C490-FFCE-C811-273373A4CA19}"/>
              </a:ext>
            </a:extLst>
          </p:cNvPr>
          <p:cNvSpPr/>
          <p:nvPr/>
        </p:nvSpPr>
        <p:spPr>
          <a:xfrm>
            <a:off x="3875299" y="2992979"/>
            <a:ext cx="210853" cy="17904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B</a:t>
            </a:r>
          </a:p>
        </p:txBody>
      </p:sp>
      <p:sp>
        <p:nvSpPr>
          <p:cNvPr id="91" name="Elipse 90">
            <a:extLst>
              <a:ext uri="{FF2B5EF4-FFF2-40B4-BE49-F238E27FC236}">
                <a16:creationId xmlns:a16="http://schemas.microsoft.com/office/drawing/2014/main" id="{ACC0BA18-35D8-0AEE-1482-CCBD26283C46}"/>
              </a:ext>
            </a:extLst>
          </p:cNvPr>
          <p:cNvSpPr/>
          <p:nvPr/>
        </p:nvSpPr>
        <p:spPr>
          <a:xfrm>
            <a:off x="4468192" y="2610394"/>
            <a:ext cx="210853" cy="179042"/>
          </a:xfrm>
          <a:prstGeom prst="ellipse">
            <a:avLst/>
          </a:prstGeom>
          <a:solidFill>
            <a:srgbClr val="FFFF00"/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rgbClr val="000050"/>
                </a:solidFill>
              </a:rPr>
              <a:t>A</a:t>
            </a:r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16D452B8-315E-681C-BE20-08DD169FB942}"/>
              </a:ext>
            </a:extLst>
          </p:cNvPr>
          <p:cNvSpPr/>
          <p:nvPr/>
        </p:nvSpPr>
        <p:spPr>
          <a:xfrm>
            <a:off x="5056027" y="2988966"/>
            <a:ext cx="210853" cy="179042"/>
          </a:xfrm>
          <a:prstGeom prst="ellipse">
            <a:avLst/>
          </a:prstGeom>
          <a:solidFill>
            <a:srgbClr val="FFFF0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C</a:t>
            </a:r>
          </a:p>
        </p:txBody>
      </p:sp>
      <p:cxnSp>
        <p:nvCxnSpPr>
          <p:cNvPr id="94" name="Conector reto 93">
            <a:extLst>
              <a:ext uri="{FF2B5EF4-FFF2-40B4-BE49-F238E27FC236}">
                <a16:creationId xmlns:a16="http://schemas.microsoft.com/office/drawing/2014/main" id="{0DC65871-32B6-98FE-B97E-03659556B742}"/>
              </a:ext>
            </a:extLst>
          </p:cNvPr>
          <p:cNvCxnSpPr>
            <a:cxnSpLocks/>
            <a:stCxn id="91" idx="5"/>
            <a:endCxn id="92" idx="1"/>
          </p:cNvCxnSpPr>
          <p:nvPr/>
        </p:nvCxnSpPr>
        <p:spPr>
          <a:xfrm>
            <a:off x="4648166" y="2763216"/>
            <a:ext cx="438739" cy="251970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to 94">
            <a:extLst>
              <a:ext uri="{FF2B5EF4-FFF2-40B4-BE49-F238E27FC236}">
                <a16:creationId xmlns:a16="http://schemas.microsoft.com/office/drawing/2014/main" id="{A001E309-ED9D-694F-16DF-B4C4C870FDCF}"/>
              </a:ext>
            </a:extLst>
          </p:cNvPr>
          <p:cNvCxnSpPr>
            <a:cxnSpLocks/>
            <a:stCxn id="91" idx="3"/>
            <a:endCxn id="89" idx="7"/>
          </p:cNvCxnSpPr>
          <p:nvPr/>
        </p:nvCxnSpPr>
        <p:spPr>
          <a:xfrm flipH="1">
            <a:off x="4055273" y="2763216"/>
            <a:ext cx="443798" cy="255984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to 96">
            <a:extLst>
              <a:ext uri="{FF2B5EF4-FFF2-40B4-BE49-F238E27FC236}">
                <a16:creationId xmlns:a16="http://schemas.microsoft.com/office/drawing/2014/main" id="{BF81BCBA-2BF5-2E57-3C32-2F27C4BBF095}"/>
              </a:ext>
            </a:extLst>
          </p:cNvPr>
          <p:cNvCxnSpPr>
            <a:stCxn id="89" idx="3"/>
            <a:endCxn id="65" idx="7"/>
          </p:cNvCxnSpPr>
          <p:nvPr/>
        </p:nvCxnSpPr>
        <p:spPr>
          <a:xfrm flipH="1">
            <a:off x="3761681" y="3145801"/>
            <a:ext cx="144497" cy="203216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to 97">
            <a:extLst>
              <a:ext uri="{FF2B5EF4-FFF2-40B4-BE49-F238E27FC236}">
                <a16:creationId xmlns:a16="http://schemas.microsoft.com/office/drawing/2014/main" id="{DB8BAA0C-F25F-CDB6-6943-EAB0C56377FE}"/>
              </a:ext>
            </a:extLst>
          </p:cNvPr>
          <p:cNvCxnSpPr>
            <a:stCxn id="89" idx="5"/>
            <a:endCxn id="67" idx="1"/>
          </p:cNvCxnSpPr>
          <p:nvPr/>
        </p:nvCxnSpPr>
        <p:spPr>
          <a:xfrm>
            <a:off x="4055273" y="3145801"/>
            <a:ext cx="147570" cy="207690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ector reto 98">
            <a:extLst>
              <a:ext uri="{FF2B5EF4-FFF2-40B4-BE49-F238E27FC236}">
                <a16:creationId xmlns:a16="http://schemas.microsoft.com/office/drawing/2014/main" id="{0133ABCF-7387-1644-080A-872131D944CD}"/>
              </a:ext>
            </a:extLst>
          </p:cNvPr>
          <p:cNvCxnSpPr>
            <a:cxnSpLocks/>
            <a:stCxn id="92" idx="3"/>
            <a:endCxn id="32" idx="7"/>
          </p:cNvCxnSpPr>
          <p:nvPr/>
        </p:nvCxnSpPr>
        <p:spPr>
          <a:xfrm flipH="1">
            <a:off x="4940072" y="3141787"/>
            <a:ext cx="146833" cy="209467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ector reto 99">
            <a:extLst>
              <a:ext uri="{FF2B5EF4-FFF2-40B4-BE49-F238E27FC236}">
                <a16:creationId xmlns:a16="http://schemas.microsoft.com/office/drawing/2014/main" id="{9923B866-C05B-628E-1808-B6589F53B68A}"/>
              </a:ext>
            </a:extLst>
          </p:cNvPr>
          <p:cNvCxnSpPr>
            <a:cxnSpLocks/>
            <a:stCxn id="92" idx="5"/>
            <a:endCxn id="34" idx="1"/>
          </p:cNvCxnSpPr>
          <p:nvPr/>
        </p:nvCxnSpPr>
        <p:spPr>
          <a:xfrm>
            <a:off x="5236001" y="3141787"/>
            <a:ext cx="147869" cy="211704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Seta: para a Direita 111">
            <a:extLst>
              <a:ext uri="{FF2B5EF4-FFF2-40B4-BE49-F238E27FC236}">
                <a16:creationId xmlns:a16="http://schemas.microsoft.com/office/drawing/2014/main" id="{94194F1A-426E-3D7D-4D94-A102BFC5F3E5}"/>
              </a:ext>
            </a:extLst>
          </p:cNvPr>
          <p:cNvSpPr/>
          <p:nvPr/>
        </p:nvSpPr>
        <p:spPr>
          <a:xfrm>
            <a:off x="4534070" y="3349017"/>
            <a:ext cx="108405" cy="99158"/>
          </a:xfrm>
          <a:prstGeom prst="rightArrow">
            <a:avLst/>
          </a:prstGeom>
          <a:solidFill>
            <a:srgbClr val="FF505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/>
          </a:p>
        </p:txBody>
      </p:sp>
      <p:sp>
        <p:nvSpPr>
          <p:cNvPr id="113" name="Elipse 112">
            <a:extLst>
              <a:ext uri="{FF2B5EF4-FFF2-40B4-BE49-F238E27FC236}">
                <a16:creationId xmlns:a16="http://schemas.microsoft.com/office/drawing/2014/main" id="{21195764-627E-F440-4918-B695DCCCD4FD}"/>
              </a:ext>
            </a:extLst>
          </p:cNvPr>
          <p:cNvSpPr/>
          <p:nvPr/>
        </p:nvSpPr>
        <p:spPr>
          <a:xfrm>
            <a:off x="7825928" y="3336086"/>
            <a:ext cx="210853" cy="17904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F</a:t>
            </a:r>
          </a:p>
        </p:txBody>
      </p:sp>
      <p:sp>
        <p:nvSpPr>
          <p:cNvPr id="114" name="Elipse 113">
            <a:extLst>
              <a:ext uri="{FF2B5EF4-FFF2-40B4-BE49-F238E27FC236}">
                <a16:creationId xmlns:a16="http://schemas.microsoft.com/office/drawing/2014/main" id="{8AA618F7-4BAF-5D33-3526-923C3ED10C14}"/>
              </a:ext>
            </a:extLst>
          </p:cNvPr>
          <p:cNvSpPr/>
          <p:nvPr/>
        </p:nvSpPr>
        <p:spPr>
          <a:xfrm>
            <a:off x="8418821" y="3338323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G</a:t>
            </a:r>
          </a:p>
        </p:txBody>
      </p:sp>
      <p:sp>
        <p:nvSpPr>
          <p:cNvPr id="115" name="Elipse 114">
            <a:extLst>
              <a:ext uri="{FF2B5EF4-FFF2-40B4-BE49-F238E27FC236}">
                <a16:creationId xmlns:a16="http://schemas.microsoft.com/office/drawing/2014/main" id="{3BFB8109-F780-EFD4-DBC9-7DE01F717BAE}"/>
              </a:ext>
            </a:extLst>
          </p:cNvPr>
          <p:cNvSpPr/>
          <p:nvPr/>
        </p:nvSpPr>
        <p:spPr>
          <a:xfrm>
            <a:off x="6647536" y="3333849"/>
            <a:ext cx="210853" cy="17904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D</a:t>
            </a:r>
          </a:p>
        </p:txBody>
      </p:sp>
      <p:sp>
        <p:nvSpPr>
          <p:cNvPr id="116" name="Elipse 115">
            <a:extLst>
              <a:ext uri="{FF2B5EF4-FFF2-40B4-BE49-F238E27FC236}">
                <a16:creationId xmlns:a16="http://schemas.microsoft.com/office/drawing/2014/main" id="{61064E03-9F84-610D-31B8-DC8A78F9A090}"/>
              </a:ext>
            </a:extLst>
          </p:cNvPr>
          <p:cNvSpPr/>
          <p:nvPr/>
        </p:nvSpPr>
        <p:spPr>
          <a:xfrm>
            <a:off x="7237795" y="3338323"/>
            <a:ext cx="210853" cy="17904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E</a:t>
            </a:r>
          </a:p>
        </p:txBody>
      </p:sp>
      <p:sp>
        <p:nvSpPr>
          <p:cNvPr id="117" name="Elipse 116">
            <a:extLst>
              <a:ext uri="{FF2B5EF4-FFF2-40B4-BE49-F238E27FC236}">
                <a16:creationId xmlns:a16="http://schemas.microsoft.com/office/drawing/2014/main" id="{FF239609-E563-3318-2642-675A0C269EF0}"/>
              </a:ext>
            </a:extLst>
          </p:cNvPr>
          <p:cNvSpPr/>
          <p:nvPr/>
        </p:nvSpPr>
        <p:spPr>
          <a:xfrm>
            <a:off x="6941129" y="3004031"/>
            <a:ext cx="210853" cy="17904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B</a:t>
            </a:r>
          </a:p>
        </p:txBody>
      </p:sp>
      <p:sp>
        <p:nvSpPr>
          <p:cNvPr id="118" name="Elipse 117">
            <a:extLst>
              <a:ext uri="{FF2B5EF4-FFF2-40B4-BE49-F238E27FC236}">
                <a16:creationId xmlns:a16="http://schemas.microsoft.com/office/drawing/2014/main" id="{D6D02C50-B873-5BA7-64CA-19990DD19761}"/>
              </a:ext>
            </a:extLst>
          </p:cNvPr>
          <p:cNvSpPr/>
          <p:nvPr/>
        </p:nvSpPr>
        <p:spPr>
          <a:xfrm>
            <a:off x="7534022" y="2621446"/>
            <a:ext cx="210853" cy="179042"/>
          </a:xfrm>
          <a:prstGeom prst="ellipse">
            <a:avLst/>
          </a:prstGeom>
          <a:solidFill>
            <a:srgbClr val="FFFF00"/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rgbClr val="000050"/>
                </a:solidFill>
              </a:rPr>
              <a:t>A</a:t>
            </a:r>
          </a:p>
        </p:txBody>
      </p:sp>
      <p:sp>
        <p:nvSpPr>
          <p:cNvPr id="119" name="Elipse 118">
            <a:extLst>
              <a:ext uri="{FF2B5EF4-FFF2-40B4-BE49-F238E27FC236}">
                <a16:creationId xmlns:a16="http://schemas.microsoft.com/office/drawing/2014/main" id="{7ED7DBE8-E62D-4E9D-EE59-E6F64F1B6D12}"/>
              </a:ext>
            </a:extLst>
          </p:cNvPr>
          <p:cNvSpPr/>
          <p:nvPr/>
        </p:nvSpPr>
        <p:spPr>
          <a:xfrm>
            <a:off x="8121857" y="3000018"/>
            <a:ext cx="210853" cy="179042"/>
          </a:xfrm>
          <a:prstGeom prst="ellipse">
            <a:avLst/>
          </a:prstGeom>
          <a:solidFill>
            <a:srgbClr val="FFFF0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C</a:t>
            </a:r>
          </a:p>
        </p:txBody>
      </p:sp>
      <p:cxnSp>
        <p:nvCxnSpPr>
          <p:cNvPr id="120" name="Conector reto 119">
            <a:extLst>
              <a:ext uri="{FF2B5EF4-FFF2-40B4-BE49-F238E27FC236}">
                <a16:creationId xmlns:a16="http://schemas.microsoft.com/office/drawing/2014/main" id="{EA2F42FB-3F18-5596-631C-533B47B7AD32}"/>
              </a:ext>
            </a:extLst>
          </p:cNvPr>
          <p:cNvCxnSpPr>
            <a:cxnSpLocks/>
            <a:stCxn id="118" idx="5"/>
            <a:endCxn id="119" idx="1"/>
          </p:cNvCxnSpPr>
          <p:nvPr/>
        </p:nvCxnSpPr>
        <p:spPr>
          <a:xfrm>
            <a:off x="7713996" y="2774268"/>
            <a:ext cx="438739" cy="251970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ector reto 120">
            <a:extLst>
              <a:ext uri="{FF2B5EF4-FFF2-40B4-BE49-F238E27FC236}">
                <a16:creationId xmlns:a16="http://schemas.microsoft.com/office/drawing/2014/main" id="{92D28C7C-BFBC-13BA-2296-494A5E953626}"/>
              </a:ext>
            </a:extLst>
          </p:cNvPr>
          <p:cNvCxnSpPr>
            <a:cxnSpLocks/>
            <a:stCxn id="118" idx="3"/>
            <a:endCxn id="117" idx="7"/>
          </p:cNvCxnSpPr>
          <p:nvPr/>
        </p:nvCxnSpPr>
        <p:spPr>
          <a:xfrm flipH="1">
            <a:off x="7121103" y="2774268"/>
            <a:ext cx="443798" cy="255984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reto 121">
            <a:extLst>
              <a:ext uri="{FF2B5EF4-FFF2-40B4-BE49-F238E27FC236}">
                <a16:creationId xmlns:a16="http://schemas.microsoft.com/office/drawing/2014/main" id="{41A81B1C-3D93-5AC0-527A-CA5F9F858D7A}"/>
              </a:ext>
            </a:extLst>
          </p:cNvPr>
          <p:cNvCxnSpPr>
            <a:stCxn id="117" idx="3"/>
            <a:endCxn id="115" idx="7"/>
          </p:cNvCxnSpPr>
          <p:nvPr/>
        </p:nvCxnSpPr>
        <p:spPr>
          <a:xfrm flipH="1">
            <a:off x="6827511" y="3156853"/>
            <a:ext cx="144497" cy="203216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to 122">
            <a:extLst>
              <a:ext uri="{FF2B5EF4-FFF2-40B4-BE49-F238E27FC236}">
                <a16:creationId xmlns:a16="http://schemas.microsoft.com/office/drawing/2014/main" id="{3FB1A53A-9821-B373-38F3-3507DE4167E4}"/>
              </a:ext>
            </a:extLst>
          </p:cNvPr>
          <p:cNvCxnSpPr>
            <a:stCxn id="117" idx="5"/>
            <a:endCxn id="116" idx="1"/>
          </p:cNvCxnSpPr>
          <p:nvPr/>
        </p:nvCxnSpPr>
        <p:spPr>
          <a:xfrm>
            <a:off x="7121103" y="3156853"/>
            <a:ext cx="147570" cy="207690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to 123">
            <a:extLst>
              <a:ext uri="{FF2B5EF4-FFF2-40B4-BE49-F238E27FC236}">
                <a16:creationId xmlns:a16="http://schemas.microsoft.com/office/drawing/2014/main" id="{502D8213-51A3-A05F-39EE-C549CFCBFEC5}"/>
              </a:ext>
            </a:extLst>
          </p:cNvPr>
          <p:cNvCxnSpPr>
            <a:cxnSpLocks/>
            <a:stCxn id="119" idx="3"/>
            <a:endCxn id="113" idx="7"/>
          </p:cNvCxnSpPr>
          <p:nvPr/>
        </p:nvCxnSpPr>
        <p:spPr>
          <a:xfrm flipH="1">
            <a:off x="8005902" y="3152839"/>
            <a:ext cx="146833" cy="209467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ector reto 124">
            <a:extLst>
              <a:ext uri="{FF2B5EF4-FFF2-40B4-BE49-F238E27FC236}">
                <a16:creationId xmlns:a16="http://schemas.microsoft.com/office/drawing/2014/main" id="{959C0FBE-15AA-9753-3B02-AA969013D152}"/>
              </a:ext>
            </a:extLst>
          </p:cNvPr>
          <p:cNvCxnSpPr>
            <a:cxnSpLocks/>
            <a:stCxn id="119" idx="5"/>
            <a:endCxn id="114" idx="1"/>
          </p:cNvCxnSpPr>
          <p:nvPr/>
        </p:nvCxnSpPr>
        <p:spPr>
          <a:xfrm>
            <a:off x="8301831" y="3152839"/>
            <a:ext cx="147869" cy="211704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Seta: para a Direita 125">
            <a:extLst>
              <a:ext uri="{FF2B5EF4-FFF2-40B4-BE49-F238E27FC236}">
                <a16:creationId xmlns:a16="http://schemas.microsoft.com/office/drawing/2014/main" id="{77F0F9FC-498D-836D-628C-5CC6656E5466}"/>
              </a:ext>
            </a:extLst>
          </p:cNvPr>
          <p:cNvSpPr/>
          <p:nvPr/>
        </p:nvSpPr>
        <p:spPr>
          <a:xfrm>
            <a:off x="8226498" y="3381540"/>
            <a:ext cx="108405" cy="99158"/>
          </a:xfrm>
          <a:prstGeom prst="rightArrow">
            <a:avLst/>
          </a:prstGeom>
          <a:solidFill>
            <a:srgbClr val="FF505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/>
          </a:p>
        </p:txBody>
      </p:sp>
      <p:sp>
        <p:nvSpPr>
          <p:cNvPr id="127" name="Elipse 126">
            <a:extLst>
              <a:ext uri="{FF2B5EF4-FFF2-40B4-BE49-F238E27FC236}">
                <a16:creationId xmlns:a16="http://schemas.microsoft.com/office/drawing/2014/main" id="{294187A9-F24C-CB2D-CE21-16249CED11F8}"/>
              </a:ext>
            </a:extLst>
          </p:cNvPr>
          <p:cNvSpPr/>
          <p:nvPr/>
        </p:nvSpPr>
        <p:spPr>
          <a:xfrm>
            <a:off x="10881229" y="3334275"/>
            <a:ext cx="210853" cy="17904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F</a:t>
            </a:r>
          </a:p>
        </p:txBody>
      </p:sp>
      <p:sp>
        <p:nvSpPr>
          <p:cNvPr id="128" name="Elipse 127">
            <a:extLst>
              <a:ext uri="{FF2B5EF4-FFF2-40B4-BE49-F238E27FC236}">
                <a16:creationId xmlns:a16="http://schemas.microsoft.com/office/drawing/2014/main" id="{599F8803-30C7-208E-E4E7-3E82491B2851}"/>
              </a:ext>
            </a:extLst>
          </p:cNvPr>
          <p:cNvSpPr/>
          <p:nvPr/>
        </p:nvSpPr>
        <p:spPr>
          <a:xfrm>
            <a:off x="11474122" y="3336512"/>
            <a:ext cx="210853" cy="17904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G</a:t>
            </a:r>
          </a:p>
        </p:txBody>
      </p:sp>
      <p:sp>
        <p:nvSpPr>
          <p:cNvPr id="129" name="Elipse 128">
            <a:extLst>
              <a:ext uri="{FF2B5EF4-FFF2-40B4-BE49-F238E27FC236}">
                <a16:creationId xmlns:a16="http://schemas.microsoft.com/office/drawing/2014/main" id="{1AC0F6D4-4319-FCFF-0230-EE295C7009EA}"/>
              </a:ext>
            </a:extLst>
          </p:cNvPr>
          <p:cNvSpPr/>
          <p:nvPr/>
        </p:nvSpPr>
        <p:spPr>
          <a:xfrm>
            <a:off x="9702837" y="3332038"/>
            <a:ext cx="210853" cy="17904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D</a:t>
            </a:r>
          </a:p>
        </p:txBody>
      </p:sp>
      <p:sp>
        <p:nvSpPr>
          <p:cNvPr id="130" name="Elipse 129">
            <a:extLst>
              <a:ext uri="{FF2B5EF4-FFF2-40B4-BE49-F238E27FC236}">
                <a16:creationId xmlns:a16="http://schemas.microsoft.com/office/drawing/2014/main" id="{ED66845F-A331-60D0-1D07-A0FBC8169D42}"/>
              </a:ext>
            </a:extLst>
          </p:cNvPr>
          <p:cNvSpPr/>
          <p:nvPr/>
        </p:nvSpPr>
        <p:spPr>
          <a:xfrm>
            <a:off x="10293096" y="3336512"/>
            <a:ext cx="210853" cy="17904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E</a:t>
            </a:r>
          </a:p>
        </p:txBody>
      </p:sp>
      <p:sp>
        <p:nvSpPr>
          <p:cNvPr id="131" name="Elipse 130">
            <a:extLst>
              <a:ext uri="{FF2B5EF4-FFF2-40B4-BE49-F238E27FC236}">
                <a16:creationId xmlns:a16="http://schemas.microsoft.com/office/drawing/2014/main" id="{2FEF836A-6609-13D7-BBB4-56DA944C6E01}"/>
              </a:ext>
            </a:extLst>
          </p:cNvPr>
          <p:cNvSpPr/>
          <p:nvPr/>
        </p:nvSpPr>
        <p:spPr>
          <a:xfrm>
            <a:off x="9996430" y="3002220"/>
            <a:ext cx="210853" cy="17904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B</a:t>
            </a:r>
          </a:p>
        </p:txBody>
      </p:sp>
      <p:sp>
        <p:nvSpPr>
          <p:cNvPr id="132" name="Elipse 131">
            <a:extLst>
              <a:ext uri="{FF2B5EF4-FFF2-40B4-BE49-F238E27FC236}">
                <a16:creationId xmlns:a16="http://schemas.microsoft.com/office/drawing/2014/main" id="{C03EFCF0-BC63-76BF-6060-D27CAE81B747}"/>
              </a:ext>
            </a:extLst>
          </p:cNvPr>
          <p:cNvSpPr/>
          <p:nvPr/>
        </p:nvSpPr>
        <p:spPr>
          <a:xfrm>
            <a:off x="10589323" y="2619635"/>
            <a:ext cx="210853" cy="17904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A</a:t>
            </a:r>
          </a:p>
        </p:txBody>
      </p:sp>
      <p:sp>
        <p:nvSpPr>
          <p:cNvPr id="133" name="Elipse 132">
            <a:extLst>
              <a:ext uri="{FF2B5EF4-FFF2-40B4-BE49-F238E27FC236}">
                <a16:creationId xmlns:a16="http://schemas.microsoft.com/office/drawing/2014/main" id="{551D7174-262B-CE63-5303-EBB95D367B79}"/>
              </a:ext>
            </a:extLst>
          </p:cNvPr>
          <p:cNvSpPr/>
          <p:nvPr/>
        </p:nvSpPr>
        <p:spPr>
          <a:xfrm>
            <a:off x="11177158" y="2998207"/>
            <a:ext cx="210853" cy="17904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C</a:t>
            </a:r>
          </a:p>
        </p:txBody>
      </p:sp>
      <p:cxnSp>
        <p:nvCxnSpPr>
          <p:cNvPr id="134" name="Conector reto 133">
            <a:extLst>
              <a:ext uri="{FF2B5EF4-FFF2-40B4-BE49-F238E27FC236}">
                <a16:creationId xmlns:a16="http://schemas.microsoft.com/office/drawing/2014/main" id="{B439ECB7-C701-DACD-4C06-B3DB072C5421}"/>
              </a:ext>
            </a:extLst>
          </p:cNvPr>
          <p:cNvCxnSpPr>
            <a:cxnSpLocks/>
            <a:stCxn id="132" idx="5"/>
            <a:endCxn id="133" idx="1"/>
          </p:cNvCxnSpPr>
          <p:nvPr/>
        </p:nvCxnSpPr>
        <p:spPr>
          <a:xfrm>
            <a:off x="10769297" y="2772457"/>
            <a:ext cx="438739" cy="251970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ector reto 134">
            <a:extLst>
              <a:ext uri="{FF2B5EF4-FFF2-40B4-BE49-F238E27FC236}">
                <a16:creationId xmlns:a16="http://schemas.microsoft.com/office/drawing/2014/main" id="{A7A09B31-C118-AE0E-1028-85D027C12F9F}"/>
              </a:ext>
            </a:extLst>
          </p:cNvPr>
          <p:cNvCxnSpPr>
            <a:cxnSpLocks/>
            <a:stCxn id="132" idx="3"/>
            <a:endCxn id="131" idx="7"/>
          </p:cNvCxnSpPr>
          <p:nvPr/>
        </p:nvCxnSpPr>
        <p:spPr>
          <a:xfrm flipH="1">
            <a:off x="10176404" y="2772457"/>
            <a:ext cx="443798" cy="255984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ector reto 135">
            <a:extLst>
              <a:ext uri="{FF2B5EF4-FFF2-40B4-BE49-F238E27FC236}">
                <a16:creationId xmlns:a16="http://schemas.microsoft.com/office/drawing/2014/main" id="{A4D2C933-FEAF-D6E0-9380-6421851E5A54}"/>
              </a:ext>
            </a:extLst>
          </p:cNvPr>
          <p:cNvCxnSpPr>
            <a:stCxn id="131" idx="3"/>
            <a:endCxn id="129" idx="7"/>
          </p:cNvCxnSpPr>
          <p:nvPr/>
        </p:nvCxnSpPr>
        <p:spPr>
          <a:xfrm flipH="1">
            <a:off x="9882812" y="3155042"/>
            <a:ext cx="144497" cy="203216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ector reto 136">
            <a:extLst>
              <a:ext uri="{FF2B5EF4-FFF2-40B4-BE49-F238E27FC236}">
                <a16:creationId xmlns:a16="http://schemas.microsoft.com/office/drawing/2014/main" id="{08BFEF35-E4A9-13E7-1A88-724A2DD12A67}"/>
              </a:ext>
            </a:extLst>
          </p:cNvPr>
          <p:cNvCxnSpPr>
            <a:stCxn id="131" idx="5"/>
            <a:endCxn id="130" idx="1"/>
          </p:cNvCxnSpPr>
          <p:nvPr/>
        </p:nvCxnSpPr>
        <p:spPr>
          <a:xfrm>
            <a:off x="10176404" y="3155042"/>
            <a:ext cx="147570" cy="207690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ector reto 137">
            <a:extLst>
              <a:ext uri="{FF2B5EF4-FFF2-40B4-BE49-F238E27FC236}">
                <a16:creationId xmlns:a16="http://schemas.microsoft.com/office/drawing/2014/main" id="{78213AE5-A45D-5F1F-5CB8-EA8376A2DEAD}"/>
              </a:ext>
            </a:extLst>
          </p:cNvPr>
          <p:cNvCxnSpPr>
            <a:cxnSpLocks/>
            <a:stCxn id="133" idx="3"/>
            <a:endCxn id="127" idx="7"/>
          </p:cNvCxnSpPr>
          <p:nvPr/>
        </p:nvCxnSpPr>
        <p:spPr>
          <a:xfrm flipH="1">
            <a:off x="11061203" y="3151028"/>
            <a:ext cx="146833" cy="209467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ector reto 138">
            <a:extLst>
              <a:ext uri="{FF2B5EF4-FFF2-40B4-BE49-F238E27FC236}">
                <a16:creationId xmlns:a16="http://schemas.microsoft.com/office/drawing/2014/main" id="{70765305-DCD9-90B0-73F6-B12AB1F7DB1A}"/>
              </a:ext>
            </a:extLst>
          </p:cNvPr>
          <p:cNvCxnSpPr>
            <a:cxnSpLocks/>
            <a:stCxn id="133" idx="5"/>
            <a:endCxn id="128" idx="1"/>
          </p:cNvCxnSpPr>
          <p:nvPr/>
        </p:nvCxnSpPr>
        <p:spPr>
          <a:xfrm>
            <a:off x="11357132" y="3151028"/>
            <a:ext cx="147869" cy="211704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Elipse 140">
            <a:extLst>
              <a:ext uri="{FF2B5EF4-FFF2-40B4-BE49-F238E27FC236}">
                <a16:creationId xmlns:a16="http://schemas.microsoft.com/office/drawing/2014/main" id="{E8B42F6B-51B2-54D1-E671-A8093514B9FC}"/>
              </a:ext>
            </a:extLst>
          </p:cNvPr>
          <p:cNvSpPr/>
          <p:nvPr/>
        </p:nvSpPr>
        <p:spPr>
          <a:xfrm>
            <a:off x="1703402" y="2062853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F</a:t>
            </a:r>
          </a:p>
        </p:txBody>
      </p:sp>
      <p:sp>
        <p:nvSpPr>
          <p:cNvPr id="142" name="Elipse 141">
            <a:extLst>
              <a:ext uri="{FF2B5EF4-FFF2-40B4-BE49-F238E27FC236}">
                <a16:creationId xmlns:a16="http://schemas.microsoft.com/office/drawing/2014/main" id="{CF3EF2D3-A3D6-98B3-81F6-39EDEF0BEA70}"/>
              </a:ext>
            </a:extLst>
          </p:cNvPr>
          <p:cNvSpPr/>
          <p:nvPr/>
        </p:nvSpPr>
        <p:spPr>
          <a:xfrm>
            <a:off x="2296295" y="2065090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G</a:t>
            </a:r>
          </a:p>
        </p:txBody>
      </p:sp>
      <p:sp>
        <p:nvSpPr>
          <p:cNvPr id="143" name="Elipse 142">
            <a:extLst>
              <a:ext uri="{FF2B5EF4-FFF2-40B4-BE49-F238E27FC236}">
                <a16:creationId xmlns:a16="http://schemas.microsoft.com/office/drawing/2014/main" id="{A7B2C50B-72E1-52D2-36F6-49467CBC51DB}"/>
              </a:ext>
            </a:extLst>
          </p:cNvPr>
          <p:cNvSpPr/>
          <p:nvPr/>
        </p:nvSpPr>
        <p:spPr>
          <a:xfrm>
            <a:off x="525010" y="2060616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D</a:t>
            </a:r>
          </a:p>
        </p:txBody>
      </p:sp>
      <p:sp>
        <p:nvSpPr>
          <p:cNvPr id="144" name="Elipse 143">
            <a:extLst>
              <a:ext uri="{FF2B5EF4-FFF2-40B4-BE49-F238E27FC236}">
                <a16:creationId xmlns:a16="http://schemas.microsoft.com/office/drawing/2014/main" id="{DCFCCF40-AB83-D58E-214B-8BDED1D72F9B}"/>
              </a:ext>
            </a:extLst>
          </p:cNvPr>
          <p:cNvSpPr/>
          <p:nvPr/>
        </p:nvSpPr>
        <p:spPr>
          <a:xfrm>
            <a:off x="1115269" y="2065090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E</a:t>
            </a:r>
          </a:p>
        </p:txBody>
      </p:sp>
      <p:sp>
        <p:nvSpPr>
          <p:cNvPr id="145" name="Elipse 144">
            <a:extLst>
              <a:ext uri="{FF2B5EF4-FFF2-40B4-BE49-F238E27FC236}">
                <a16:creationId xmlns:a16="http://schemas.microsoft.com/office/drawing/2014/main" id="{18289853-50D2-62DC-5ADA-DACAFD2068B1}"/>
              </a:ext>
            </a:extLst>
          </p:cNvPr>
          <p:cNvSpPr/>
          <p:nvPr/>
        </p:nvSpPr>
        <p:spPr>
          <a:xfrm>
            <a:off x="818603" y="1730798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B</a:t>
            </a:r>
          </a:p>
        </p:txBody>
      </p:sp>
      <p:sp>
        <p:nvSpPr>
          <p:cNvPr id="146" name="Elipse 145">
            <a:extLst>
              <a:ext uri="{FF2B5EF4-FFF2-40B4-BE49-F238E27FC236}">
                <a16:creationId xmlns:a16="http://schemas.microsoft.com/office/drawing/2014/main" id="{147E4E13-C3E8-CAEE-CF55-6CD87E05174B}"/>
              </a:ext>
            </a:extLst>
          </p:cNvPr>
          <p:cNvSpPr/>
          <p:nvPr/>
        </p:nvSpPr>
        <p:spPr>
          <a:xfrm>
            <a:off x="1411496" y="1348213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rgbClr val="000050"/>
                </a:solidFill>
              </a:rPr>
              <a:t>A</a:t>
            </a:r>
          </a:p>
        </p:txBody>
      </p:sp>
      <p:sp>
        <p:nvSpPr>
          <p:cNvPr id="147" name="Elipse 146">
            <a:extLst>
              <a:ext uri="{FF2B5EF4-FFF2-40B4-BE49-F238E27FC236}">
                <a16:creationId xmlns:a16="http://schemas.microsoft.com/office/drawing/2014/main" id="{E6CAD539-88BB-7F7C-CFDF-084DF95EAADF}"/>
              </a:ext>
            </a:extLst>
          </p:cNvPr>
          <p:cNvSpPr/>
          <p:nvPr/>
        </p:nvSpPr>
        <p:spPr>
          <a:xfrm>
            <a:off x="1999331" y="1726785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C</a:t>
            </a:r>
          </a:p>
        </p:txBody>
      </p:sp>
      <p:cxnSp>
        <p:nvCxnSpPr>
          <p:cNvPr id="148" name="Conector reto 147">
            <a:extLst>
              <a:ext uri="{FF2B5EF4-FFF2-40B4-BE49-F238E27FC236}">
                <a16:creationId xmlns:a16="http://schemas.microsoft.com/office/drawing/2014/main" id="{0CF821FF-72F5-F8F4-7AE1-C0D7DBB5E062}"/>
              </a:ext>
            </a:extLst>
          </p:cNvPr>
          <p:cNvCxnSpPr>
            <a:cxnSpLocks/>
            <a:stCxn id="146" idx="5"/>
            <a:endCxn id="147" idx="1"/>
          </p:cNvCxnSpPr>
          <p:nvPr/>
        </p:nvCxnSpPr>
        <p:spPr>
          <a:xfrm>
            <a:off x="1591470" y="1501035"/>
            <a:ext cx="438739" cy="251970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ector reto 148">
            <a:extLst>
              <a:ext uri="{FF2B5EF4-FFF2-40B4-BE49-F238E27FC236}">
                <a16:creationId xmlns:a16="http://schemas.microsoft.com/office/drawing/2014/main" id="{2FCDAFE8-A4C1-F7F8-6E32-C42CADD881CB}"/>
              </a:ext>
            </a:extLst>
          </p:cNvPr>
          <p:cNvCxnSpPr>
            <a:cxnSpLocks/>
            <a:stCxn id="146" idx="3"/>
            <a:endCxn id="145" idx="7"/>
          </p:cNvCxnSpPr>
          <p:nvPr/>
        </p:nvCxnSpPr>
        <p:spPr>
          <a:xfrm flipH="1">
            <a:off x="998577" y="1501035"/>
            <a:ext cx="443798" cy="255984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ector reto 149">
            <a:extLst>
              <a:ext uri="{FF2B5EF4-FFF2-40B4-BE49-F238E27FC236}">
                <a16:creationId xmlns:a16="http://schemas.microsoft.com/office/drawing/2014/main" id="{25EB54D3-B211-99FC-28A7-894DD405F936}"/>
              </a:ext>
            </a:extLst>
          </p:cNvPr>
          <p:cNvCxnSpPr>
            <a:stCxn id="145" idx="3"/>
            <a:endCxn id="143" idx="7"/>
          </p:cNvCxnSpPr>
          <p:nvPr/>
        </p:nvCxnSpPr>
        <p:spPr>
          <a:xfrm flipH="1">
            <a:off x="704985" y="1883620"/>
            <a:ext cx="144497" cy="203216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ector reto 150">
            <a:extLst>
              <a:ext uri="{FF2B5EF4-FFF2-40B4-BE49-F238E27FC236}">
                <a16:creationId xmlns:a16="http://schemas.microsoft.com/office/drawing/2014/main" id="{FA7F9756-DC05-DB08-EA79-90B6DC0B69EB}"/>
              </a:ext>
            </a:extLst>
          </p:cNvPr>
          <p:cNvCxnSpPr>
            <a:stCxn id="145" idx="5"/>
            <a:endCxn id="144" idx="1"/>
          </p:cNvCxnSpPr>
          <p:nvPr/>
        </p:nvCxnSpPr>
        <p:spPr>
          <a:xfrm>
            <a:off x="998577" y="1883620"/>
            <a:ext cx="147570" cy="207690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ector reto 151">
            <a:extLst>
              <a:ext uri="{FF2B5EF4-FFF2-40B4-BE49-F238E27FC236}">
                <a16:creationId xmlns:a16="http://schemas.microsoft.com/office/drawing/2014/main" id="{C1EB0828-C2F1-0043-5D52-BFBF37585087}"/>
              </a:ext>
            </a:extLst>
          </p:cNvPr>
          <p:cNvCxnSpPr>
            <a:cxnSpLocks/>
            <a:stCxn id="147" idx="3"/>
            <a:endCxn id="141" idx="7"/>
          </p:cNvCxnSpPr>
          <p:nvPr/>
        </p:nvCxnSpPr>
        <p:spPr>
          <a:xfrm flipH="1">
            <a:off x="1883376" y="1879606"/>
            <a:ext cx="146833" cy="209467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ector reto 152">
            <a:extLst>
              <a:ext uri="{FF2B5EF4-FFF2-40B4-BE49-F238E27FC236}">
                <a16:creationId xmlns:a16="http://schemas.microsoft.com/office/drawing/2014/main" id="{67D23A2E-3D47-3274-6DB0-EED98DA94C1D}"/>
              </a:ext>
            </a:extLst>
          </p:cNvPr>
          <p:cNvCxnSpPr>
            <a:cxnSpLocks/>
            <a:stCxn id="147" idx="5"/>
            <a:endCxn id="142" idx="1"/>
          </p:cNvCxnSpPr>
          <p:nvPr/>
        </p:nvCxnSpPr>
        <p:spPr>
          <a:xfrm>
            <a:off x="2179305" y="1879606"/>
            <a:ext cx="147869" cy="211704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Seta: para a Direita 153">
            <a:extLst>
              <a:ext uri="{FF2B5EF4-FFF2-40B4-BE49-F238E27FC236}">
                <a16:creationId xmlns:a16="http://schemas.microsoft.com/office/drawing/2014/main" id="{8073F335-9306-BDAA-0858-5ABF211F8829}"/>
              </a:ext>
            </a:extLst>
          </p:cNvPr>
          <p:cNvSpPr/>
          <p:nvPr/>
        </p:nvSpPr>
        <p:spPr>
          <a:xfrm>
            <a:off x="1253024" y="1382138"/>
            <a:ext cx="108405" cy="99158"/>
          </a:xfrm>
          <a:prstGeom prst="rightArrow">
            <a:avLst/>
          </a:prstGeom>
          <a:solidFill>
            <a:srgbClr val="FF505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/>
          </a:p>
        </p:txBody>
      </p:sp>
      <p:sp>
        <p:nvSpPr>
          <p:cNvPr id="155" name="Elipse 154">
            <a:extLst>
              <a:ext uri="{FF2B5EF4-FFF2-40B4-BE49-F238E27FC236}">
                <a16:creationId xmlns:a16="http://schemas.microsoft.com/office/drawing/2014/main" id="{C8EFD5FA-C215-9FFC-1F01-D92026A8C950}"/>
              </a:ext>
            </a:extLst>
          </p:cNvPr>
          <p:cNvSpPr/>
          <p:nvPr/>
        </p:nvSpPr>
        <p:spPr>
          <a:xfrm>
            <a:off x="4760098" y="2051801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F</a:t>
            </a:r>
          </a:p>
        </p:txBody>
      </p:sp>
      <p:sp>
        <p:nvSpPr>
          <p:cNvPr id="156" name="Elipse 155">
            <a:extLst>
              <a:ext uri="{FF2B5EF4-FFF2-40B4-BE49-F238E27FC236}">
                <a16:creationId xmlns:a16="http://schemas.microsoft.com/office/drawing/2014/main" id="{C02C8175-B245-90E5-3EBF-0CDC9BA5978D}"/>
              </a:ext>
            </a:extLst>
          </p:cNvPr>
          <p:cNvSpPr/>
          <p:nvPr/>
        </p:nvSpPr>
        <p:spPr>
          <a:xfrm>
            <a:off x="5352991" y="2054038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G</a:t>
            </a:r>
          </a:p>
        </p:txBody>
      </p:sp>
      <p:sp>
        <p:nvSpPr>
          <p:cNvPr id="157" name="Elipse 156">
            <a:extLst>
              <a:ext uri="{FF2B5EF4-FFF2-40B4-BE49-F238E27FC236}">
                <a16:creationId xmlns:a16="http://schemas.microsoft.com/office/drawing/2014/main" id="{18DCB779-D14A-FC4A-313C-83080FFC356F}"/>
              </a:ext>
            </a:extLst>
          </p:cNvPr>
          <p:cNvSpPr/>
          <p:nvPr/>
        </p:nvSpPr>
        <p:spPr>
          <a:xfrm>
            <a:off x="3581706" y="2049564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D</a:t>
            </a:r>
          </a:p>
        </p:txBody>
      </p:sp>
      <p:sp>
        <p:nvSpPr>
          <p:cNvPr id="158" name="Elipse 157">
            <a:extLst>
              <a:ext uri="{FF2B5EF4-FFF2-40B4-BE49-F238E27FC236}">
                <a16:creationId xmlns:a16="http://schemas.microsoft.com/office/drawing/2014/main" id="{8039ECB6-1AA3-12DC-821A-2F18565EB488}"/>
              </a:ext>
            </a:extLst>
          </p:cNvPr>
          <p:cNvSpPr/>
          <p:nvPr/>
        </p:nvSpPr>
        <p:spPr>
          <a:xfrm>
            <a:off x="4171965" y="2054038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E</a:t>
            </a:r>
          </a:p>
        </p:txBody>
      </p:sp>
      <p:sp>
        <p:nvSpPr>
          <p:cNvPr id="159" name="Elipse 158">
            <a:extLst>
              <a:ext uri="{FF2B5EF4-FFF2-40B4-BE49-F238E27FC236}">
                <a16:creationId xmlns:a16="http://schemas.microsoft.com/office/drawing/2014/main" id="{94F970CE-4C18-B936-4C0C-C1F748AD0A4B}"/>
              </a:ext>
            </a:extLst>
          </p:cNvPr>
          <p:cNvSpPr/>
          <p:nvPr/>
        </p:nvSpPr>
        <p:spPr>
          <a:xfrm>
            <a:off x="3875299" y="1719746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160" name="Elipse 159">
            <a:extLst>
              <a:ext uri="{FF2B5EF4-FFF2-40B4-BE49-F238E27FC236}">
                <a16:creationId xmlns:a16="http://schemas.microsoft.com/office/drawing/2014/main" id="{1EB839A0-67DD-CBBB-5031-CE236B830DD4}"/>
              </a:ext>
            </a:extLst>
          </p:cNvPr>
          <p:cNvSpPr/>
          <p:nvPr/>
        </p:nvSpPr>
        <p:spPr>
          <a:xfrm>
            <a:off x="4468192" y="1337161"/>
            <a:ext cx="210853" cy="179042"/>
          </a:xfrm>
          <a:prstGeom prst="ellipse">
            <a:avLst/>
          </a:prstGeom>
          <a:solidFill>
            <a:srgbClr val="FFFF00"/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rgbClr val="000050"/>
                </a:solidFill>
              </a:rPr>
              <a:t>A</a:t>
            </a:r>
          </a:p>
        </p:txBody>
      </p:sp>
      <p:sp>
        <p:nvSpPr>
          <p:cNvPr id="161" name="Elipse 160">
            <a:extLst>
              <a:ext uri="{FF2B5EF4-FFF2-40B4-BE49-F238E27FC236}">
                <a16:creationId xmlns:a16="http://schemas.microsoft.com/office/drawing/2014/main" id="{2DC07997-3CB3-D404-26EC-99257794E34B}"/>
              </a:ext>
            </a:extLst>
          </p:cNvPr>
          <p:cNvSpPr/>
          <p:nvPr/>
        </p:nvSpPr>
        <p:spPr>
          <a:xfrm>
            <a:off x="5056027" y="1715733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/>
                </a:solidFill>
              </a:rPr>
              <a:t>C</a:t>
            </a:r>
          </a:p>
        </p:txBody>
      </p:sp>
      <p:cxnSp>
        <p:nvCxnSpPr>
          <p:cNvPr id="162" name="Conector reto 161">
            <a:extLst>
              <a:ext uri="{FF2B5EF4-FFF2-40B4-BE49-F238E27FC236}">
                <a16:creationId xmlns:a16="http://schemas.microsoft.com/office/drawing/2014/main" id="{A021D15D-DC87-CC41-A59E-BB3C5C217016}"/>
              </a:ext>
            </a:extLst>
          </p:cNvPr>
          <p:cNvCxnSpPr>
            <a:cxnSpLocks/>
            <a:stCxn id="160" idx="5"/>
            <a:endCxn id="161" idx="1"/>
          </p:cNvCxnSpPr>
          <p:nvPr/>
        </p:nvCxnSpPr>
        <p:spPr>
          <a:xfrm>
            <a:off x="4648166" y="1489983"/>
            <a:ext cx="438739" cy="251970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ector reto 162">
            <a:extLst>
              <a:ext uri="{FF2B5EF4-FFF2-40B4-BE49-F238E27FC236}">
                <a16:creationId xmlns:a16="http://schemas.microsoft.com/office/drawing/2014/main" id="{3A7215CF-035A-186D-CA09-E28CC999E11D}"/>
              </a:ext>
            </a:extLst>
          </p:cNvPr>
          <p:cNvCxnSpPr>
            <a:cxnSpLocks/>
            <a:stCxn id="160" idx="3"/>
            <a:endCxn id="159" idx="7"/>
          </p:cNvCxnSpPr>
          <p:nvPr/>
        </p:nvCxnSpPr>
        <p:spPr>
          <a:xfrm flipH="1">
            <a:off x="4055273" y="1489983"/>
            <a:ext cx="443798" cy="255984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ector reto 163">
            <a:extLst>
              <a:ext uri="{FF2B5EF4-FFF2-40B4-BE49-F238E27FC236}">
                <a16:creationId xmlns:a16="http://schemas.microsoft.com/office/drawing/2014/main" id="{DC3553A1-F7AD-C086-9322-141157D6A561}"/>
              </a:ext>
            </a:extLst>
          </p:cNvPr>
          <p:cNvCxnSpPr>
            <a:stCxn id="159" idx="3"/>
            <a:endCxn id="157" idx="7"/>
          </p:cNvCxnSpPr>
          <p:nvPr/>
        </p:nvCxnSpPr>
        <p:spPr>
          <a:xfrm flipH="1">
            <a:off x="3761681" y="1872568"/>
            <a:ext cx="144497" cy="203216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ector reto 164">
            <a:extLst>
              <a:ext uri="{FF2B5EF4-FFF2-40B4-BE49-F238E27FC236}">
                <a16:creationId xmlns:a16="http://schemas.microsoft.com/office/drawing/2014/main" id="{75573D96-CF5F-6F82-AA19-4C8C4CCD1FA1}"/>
              </a:ext>
            </a:extLst>
          </p:cNvPr>
          <p:cNvCxnSpPr>
            <a:stCxn id="159" idx="5"/>
            <a:endCxn id="158" idx="1"/>
          </p:cNvCxnSpPr>
          <p:nvPr/>
        </p:nvCxnSpPr>
        <p:spPr>
          <a:xfrm>
            <a:off x="4055273" y="1872568"/>
            <a:ext cx="147570" cy="207690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ector reto 165">
            <a:extLst>
              <a:ext uri="{FF2B5EF4-FFF2-40B4-BE49-F238E27FC236}">
                <a16:creationId xmlns:a16="http://schemas.microsoft.com/office/drawing/2014/main" id="{6901C5A5-6216-7246-4041-3A7F271B6A02}"/>
              </a:ext>
            </a:extLst>
          </p:cNvPr>
          <p:cNvCxnSpPr>
            <a:cxnSpLocks/>
            <a:stCxn id="161" idx="3"/>
            <a:endCxn id="155" idx="7"/>
          </p:cNvCxnSpPr>
          <p:nvPr/>
        </p:nvCxnSpPr>
        <p:spPr>
          <a:xfrm flipH="1">
            <a:off x="4940072" y="1868554"/>
            <a:ext cx="146833" cy="209467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ector reto 166">
            <a:extLst>
              <a:ext uri="{FF2B5EF4-FFF2-40B4-BE49-F238E27FC236}">
                <a16:creationId xmlns:a16="http://schemas.microsoft.com/office/drawing/2014/main" id="{705B0826-E0D4-485B-3321-6A4B29A02CF3}"/>
              </a:ext>
            </a:extLst>
          </p:cNvPr>
          <p:cNvCxnSpPr>
            <a:cxnSpLocks/>
            <a:stCxn id="161" idx="5"/>
            <a:endCxn id="156" idx="1"/>
          </p:cNvCxnSpPr>
          <p:nvPr/>
        </p:nvCxnSpPr>
        <p:spPr>
          <a:xfrm>
            <a:off x="5236001" y="1868554"/>
            <a:ext cx="147869" cy="211704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Seta: para a Direita 167">
            <a:extLst>
              <a:ext uri="{FF2B5EF4-FFF2-40B4-BE49-F238E27FC236}">
                <a16:creationId xmlns:a16="http://schemas.microsoft.com/office/drawing/2014/main" id="{B97FD12C-9A1B-15A0-C0EF-3E7E3EED510C}"/>
              </a:ext>
            </a:extLst>
          </p:cNvPr>
          <p:cNvSpPr/>
          <p:nvPr/>
        </p:nvSpPr>
        <p:spPr>
          <a:xfrm>
            <a:off x="3681469" y="1700700"/>
            <a:ext cx="108405" cy="99158"/>
          </a:xfrm>
          <a:prstGeom prst="rightArrow">
            <a:avLst/>
          </a:prstGeom>
          <a:solidFill>
            <a:srgbClr val="FF505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/>
          </a:p>
        </p:txBody>
      </p:sp>
      <p:sp>
        <p:nvSpPr>
          <p:cNvPr id="169" name="Elipse 168">
            <a:extLst>
              <a:ext uri="{FF2B5EF4-FFF2-40B4-BE49-F238E27FC236}">
                <a16:creationId xmlns:a16="http://schemas.microsoft.com/office/drawing/2014/main" id="{DAC359EC-8CD4-A457-FE40-FE4B7F17B168}"/>
              </a:ext>
            </a:extLst>
          </p:cNvPr>
          <p:cNvSpPr/>
          <p:nvPr/>
        </p:nvSpPr>
        <p:spPr>
          <a:xfrm>
            <a:off x="7825928" y="2062853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F</a:t>
            </a:r>
          </a:p>
        </p:txBody>
      </p:sp>
      <p:sp>
        <p:nvSpPr>
          <p:cNvPr id="170" name="Elipse 169">
            <a:extLst>
              <a:ext uri="{FF2B5EF4-FFF2-40B4-BE49-F238E27FC236}">
                <a16:creationId xmlns:a16="http://schemas.microsoft.com/office/drawing/2014/main" id="{F9E44093-7D3D-8119-26B5-3C41C1DF4490}"/>
              </a:ext>
            </a:extLst>
          </p:cNvPr>
          <p:cNvSpPr/>
          <p:nvPr/>
        </p:nvSpPr>
        <p:spPr>
          <a:xfrm>
            <a:off x="8418821" y="2065090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G</a:t>
            </a:r>
          </a:p>
        </p:txBody>
      </p:sp>
      <p:sp>
        <p:nvSpPr>
          <p:cNvPr id="171" name="Elipse 170">
            <a:extLst>
              <a:ext uri="{FF2B5EF4-FFF2-40B4-BE49-F238E27FC236}">
                <a16:creationId xmlns:a16="http://schemas.microsoft.com/office/drawing/2014/main" id="{8C99C168-0DF9-B0B4-8FA3-78BE3C16ECCE}"/>
              </a:ext>
            </a:extLst>
          </p:cNvPr>
          <p:cNvSpPr/>
          <p:nvPr/>
        </p:nvSpPr>
        <p:spPr>
          <a:xfrm>
            <a:off x="6647536" y="2060616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/>
                </a:solidFill>
              </a:rPr>
              <a:t>D</a:t>
            </a:r>
          </a:p>
        </p:txBody>
      </p:sp>
      <p:sp>
        <p:nvSpPr>
          <p:cNvPr id="172" name="Elipse 171">
            <a:extLst>
              <a:ext uri="{FF2B5EF4-FFF2-40B4-BE49-F238E27FC236}">
                <a16:creationId xmlns:a16="http://schemas.microsoft.com/office/drawing/2014/main" id="{A931B0AA-2D0D-7FEE-15F6-62A8EEC1761E}"/>
              </a:ext>
            </a:extLst>
          </p:cNvPr>
          <p:cNvSpPr/>
          <p:nvPr/>
        </p:nvSpPr>
        <p:spPr>
          <a:xfrm>
            <a:off x="7237795" y="2065090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/>
                </a:solidFill>
              </a:rPr>
              <a:t>E</a:t>
            </a:r>
          </a:p>
        </p:txBody>
      </p:sp>
      <p:sp>
        <p:nvSpPr>
          <p:cNvPr id="173" name="Elipse 172">
            <a:extLst>
              <a:ext uri="{FF2B5EF4-FFF2-40B4-BE49-F238E27FC236}">
                <a16:creationId xmlns:a16="http://schemas.microsoft.com/office/drawing/2014/main" id="{3367096D-3E80-D82F-2D00-D7C528CA1ED3}"/>
              </a:ext>
            </a:extLst>
          </p:cNvPr>
          <p:cNvSpPr/>
          <p:nvPr/>
        </p:nvSpPr>
        <p:spPr>
          <a:xfrm>
            <a:off x="6941129" y="1730798"/>
            <a:ext cx="210853" cy="179042"/>
          </a:xfrm>
          <a:prstGeom prst="ellipse">
            <a:avLst/>
          </a:prstGeom>
          <a:solidFill>
            <a:srgbClr val="FFFF0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174" name="Elipse 173">
            <a:extLst>
              <a:ext uri="{FF2B5EF4-FFF2-40B4-BE49-F238E27FC236}">
                <a16:creationId xmlns:a16="http://schemas.microsoft.com/office/drawing/2014/main" id="{B91B3BDD-B7F2-7625-C36A-9BE741FA6F29}"/>
              </a:ext>
            </a:extLst>
          </p:cNvPr>
          <p:cNvSpPr/>
          <p:nvPr/>
        </p:nvSpPr>
        <p:spPr>
          <a:xfrm>
            <a:off x="7534022" y="1348213"/>
            <a:ext cx="210853" cy="179042"/>
          </a:xfrm>
          <a:prstGeom prst="ellipse">
            <a:avLst/>
          </a:prstGeom>
          <a:solidFill>
            <a:srgbClr val="FFFF00"/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rgbClr val="000050"/>
                </a:solidFill>
              </a:rPr>
              <a:t>A</a:t>
            </a:r>
          </a:p>
        </p:txBody>
      </p:sp>
      <p:sp>
        <p:nvSpPr>
          <p:cNvPr id="175" name="Elipse 174">
            <a:extLst>
              <a:ext uri="{FF2B5EF4-FFF2-40B4-BE49-F238E27FC236}">
                <a16:creationId xmlns:a16="http://schemas.microsoft.com/office/drawing/2014/main" id="{9285F82E-48F1-1128-B9A1-3C2C3A01B247}"/>
              </a:ext>
            </a:extLst>
          </p:cNvPr>
          <p:cNvSpPr/>
          <p:nvPr/>
        </p:nvSpPr>
        <p:spPr>
          <a:xfrm>
            <a:off x="8121857" y="1726785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/>
                </a:solidFill>
              </a:rPr>
              <a:t>C</a:t>
            </a:r>
          </a:p>
        </p:txBody>
      </p:sp>
      <p:cxnSp>
        <p:nvCxnSpPr>
          <p:cNvPr id="176" name="Conector reto 175">
            <a:extLst>
              <a:ext uri="{FF2B5EF4-FFF2-40B4-BE49-F238E27FC236}">
                <a16:creationId xmlns:a16="http://schemas.microsoft.com/office/drawing/2014/main" id="{29C34423-59A6-96C9-1214-0243E946A95F}"/>
              </a:ext>
            </a:extLst>
          </p:cNvPr>
          <p:cNvCxnSpPr>
            <a:cxnSpLocks/>
            <a:stCxn id="174" idx="5"/>
            <a:endCxn id="175" idx="1"/>
          </p:cNvCxnSpPr>
          <p:nvPr/>
        </p:nvCxnSpPr>
        <p:spPr>
          <a:xfrm>
            <a:off x="7713996" y="1501035"/>
            <a:ext cx="438739" cy="251970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ector reto 176">
            <a:extLst>
              <a:ext uri="{FF2B5EF4-FFF2-40B4-BE49-F238E27FC236}">
                <a16:creationId xmlns:a16="http://schemas.microsoft.com/office/drawing/2014/main" id="{4F933E48-002B-9719-BD4F-BF291EE0EF68}"/>
              </a:ext>
            </a:extLst>
          </p:cNvPr>
          <p:cNvCxnSpPr>
            <a:cxnSpLocks/>
            <a:stCxn id="174" idx="3"/>
            <a:endCxn id="173" idx="7"/>
          </p:cNvCxnSpPr>
          <p:nvPr/>
        </p:nvCxnSpPr>
        <p:spPr>
          <a:xfrm flipH="1">
            <a:off x="7121103" y="1501035"/>
            <a:ext cx="443798" cy="255984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ector reto 177">
            <a:extLst>
              <a:ext uri="{FF2B5EF4-FFF2-40B4-BE49-F238E27FC236}">
                <a16:creationId xmlns:a16="http://schemas.microsoft.com/office/drawing/2014/main" id="{94039C32-766C-5F7B-93E7-60ADF85DA798}"/>
              </a:ext>
            </a:extLst>
          </p:cNvPr>
          <p:cNvCxnSpPr>
            <a:stCxn id="173" idx="3"/>
            <a:endCxn id="171" idx="7"/>
          </p:cNvCxnSpPr>
          <p:nvPr/>
        </p:nvCxnSpPr>
        <p:spPr>
          <a:xfrm flipH="1">
            <a:off x="6827511" y="1883620"/>
            <a:ext cx="144497" cy="203216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ector reto 178">
            <a:extLst>
              <a:ext uri="{FF2B5EF4-FFF2-40B4-BE49-F238E27FC236}">
                <a16:creationId xmlns:a16="http://schemas.microsoft.com/office/drawing/2014/main" id="{66A09C92-E8D4-2AAC-C6E8-F1241E28190D}"/>
              </a:ext>
            </a:extLst>
          </p:cNvPr>
          <p:cNvCxnSpPr>
            <a:stCxn id="173" idx="5"/>
            <a:endCxn id="172" idx="1"/>
          </p:cNvCxnSpPr>
          <p:nvPr/>
        </p:nvCxnSpPr>
        <p:spPr>
          <a:xfrm>
            <a:off x="7121103" y="1883620"/>
            <a:ext cx="147570" cy="207690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ector reto 179">
            <a:extLst>
              <a:ext uri="{FF2B5EF4-FFF2-40B4-BE49-F238E27FC236}">
                <a16:creationId xmlns:a16="http://schemas.microsoft.com/office/drawing/2014/main" id="{DD7F3282-D1A4-6ACF-8E60-943970043B6B}"/>
              </a:ext>
            </a:extLst>
          </p:cNvPr>
          <p:cNvCxnSpPr>
            <a:cxnSpLocks/>
            <a:stCxn id="175" idx="3"/>
            <a:endCxn id="169" idx="7"/>
          </p:cNvCxnSpPr>
          <p:nvPr/>
        </p:nvCxnSpPr>
        <p:spPr>
          <a:xfrm flipH="1">
            <a:off x="8005902" y="1879606"/>
            <a:ext cx="146833" cy="209467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ector reto 180">
            <a:extLst>
              <a:ext uri="{FF2B5EF4-FFF2-40B4-BE49-F238E27FC236}">
                <a16:creationId xmlns:a16="http://schemas.microsoft.com/office/drawing/2014/main" id="{2A2FC429-9F20-B32D-9914-1ABBD9D795E3}"/>
              </a:ext>
            </a:extLst>
          </p:cNvPr>
          <p:cNvCxnSpPr>
            <a:cxnSpLocks/>
            <a:stCxn id="175" idx="5"/>
            <a:endCxn id="170" idx="1"/>
          </p:cNvCxnSpPr>
          <p:nvPr/>
        </p:nvCxnSpPr>
        <p:spPr>
          <a:xfrm>
            <a:off x="8301831" y="1879606"/>
            <a:ext cx="147869" cy="211704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Seta: para a Direita 181">
            <a:extLst>
              <a:ext uri="{FF2B5EF4-FFF2-40B4-BE49-F238E27FC236}">
                <a16:creationId xmlns:a16="http://schemas.microsoft.com/office/drawing/2014/main" id="{45A448A6-AAF2-676D-8302-22298B79BDB5}"/>
              </a:ext>
            </a:extLst>
          </p:cNvPr>
          <p:cNvSpPr/>
          <p:nvPr/>
        </p:nvSpPr>
        <p:spPr>
          <a:xfrm>
            <a:off x="6418140" y="2118177"/>
            <a:ext cx="108405" cy="99158"/>
          </a:xfrm>
          <a:prstGeom prst="rightArrow">
            <a:avLst/>
          </a:prstGeom>
          <a:solidFill>
            <a:srgbClr val="FF505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/>
          </a:p>
        </p:txBody>
      </p:sp>
      <p:sp>
        <p:nvSpPr>
          <p:cNvPr id="183" name="Elipse 182">
            <a:extLst>
              <a:ext uri="{FF2B5EF4-FFF2-40B4-BE49-F238E27FC236}">
                <a16:creationId xmlns:a16="http://schemas.microsoft.com/office/drawing/2014/main" id="{33E07169-C20A-6654-9903-B8B9342A90B2}"/>
              </a:ext>
            </a:extLst>
          </p:cNvPr>
          <p:cNvSpPr/>
          <p:nvPr/>
        </p:nvSpPr>
        <p:spPr>
          <a:xfrm>
            <a:off x="10881229" y="2061042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F</a:t>
            </a:r>
          </a:p>
        </p:txBody>
      </p:sp>
      <p:sp>
        <p:nvSpPr>
          <p:cNvPr id="184" name="Elipse 183">
            <a:extLst>
              <a:ext uri="{FF2B5EF4-FFF2-40B4-BE49-F238E27FC236}">
                <a16:creationId xmlns:a16="http://schemas.microsoft.com/office/drawing/2014/main" id="{CC31ABEE-F2F9-CB1E-E9D0-3B77EC499C4B}"/>
              </a:ext>
            </a:extLst>
          </p:cNvPr>
          <p:cNvSpPr/>
          <p:nvPr/>
        </p:nvSpPr>
        <p:spPr>
          <a:xfrm>
            <a:off x="11474122" y="2063279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G</a:t>
            </a:r>
          </a:p>
        </p:txBody>
      </p:sp>
      <p:sp>
        <p:nvSpPr>
          <p:cNvPr id="185" name="Elipse 184">
            <a:extLst>
              <a:ext uri="{FF2B5EF4-FFF2-40B4-BE49-F238E27FC236}">
                <a16:creationId xmlns:a16="http://schemas.microsoft.com/office/drawing/2014/main" id="{CD961123-6435-BDAB-0759-270E9F2C7B8E}"/>
              </a:ext>
            </a:extLst>
          </p:cNvPr>
          <p:cNvSpPr/>
          <p:nvPr/>
        </p:nvSpPr>
        <p:spPr>
          <a:xfrm>
            <a:off x="9702837" y="2058805"/>
            <a:ext cx="210853" cy="17904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D</a:t>
            </a:r>
          </a:p>
        </p:txBody>
      </p:sp>
      <p:sp>
        <p:nvSpPr>
          <p:cNvPr id="186" name="Elipse 185">
            <a:extLst>
              <a:ext uri="{FF2B5EF4-FFF2-40B4-BE49-F238E27FC236}">
                <a16:creationId xmlns:a16="http://schemas.microsoft.com/office/drawing/2014/main" id="{8EC90764-3024-DC8C-7E4B-AFDEC6B9F5BA}"/>
              </a:ext>
            </a:extLst>
          </p:cNvPr>
          <p:cNvSpPr/>
          <p:nvPr/>
        </p:nvSpPr>
        <p:spPr>
          <a:xfrm>
            <a:off x="10293096" y="2063279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E</a:t>
            </a:r>
          </a:p>
        </p:txBody>
      </p:sp>
      <p:sp>
        <p:nvSpPr>
          <p:cNvPr id="187" name="Elipse 186">
            <a:extLst>
              <a:ext uri="{FF2B5EF4-FFF2-40B4-BE49-F238E27FC236}">
                <a16:creationId xmlns:a16="http://schemas.microsoft.com/office/drawing/2014/main" id="{5F305B1F-D8C0-3066-39EB-E1B85DDA89E1}"/>
              </a:ext>
            </a:extLst>
          </p:cNvPr>
          <p:cNvSpPr/>
          <p:nvPr/>
        </p:nvSpPr>
        <p:spPr>
          <a:xfrm>
            <a:off x="9996430" y="1728987"/>
            <a:ext cx="210853" cy="179042"/>
          </a:xfrm>
          <a:prstGeom prst="ellipse">
            <a:avLst/>
          </a:prstGeom>
          <a:solidFill>
            <a:srgbClr val="FFFF0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B</a:t>
            </a:r>
          </a:p>
        </p:txBody>
      </p:sp>
      <p:sp>
        <p:nvSpPr>
          <p:cNvPr id="188" name="Elipse 187">
            <a:extLst>
              <a:ext uri="{FF2B5EF4-FFF2-40B4-BE49-F238E27FC236}">
                <a16:creationId xmlns:a16="http://schemas.microsoft.com/office/drawing/2014/main" id="{CD18DD7A-2AB8-132A-23E1-06ECF4109DC8}"/>
              </a:ext>
            </a:extLst>
          </p:cNvPr>
          <p:cNvSpPr/>
          <p:nvPr/>
        </p:nvSpPr>
        <p:spPr>
          <a:xfrm>
            <a:off x="10589323" y="1346402"/>
            <a:ext cx="210853" cy="179042"/>
          </a:xfrm>
          <a:prstGeom prst="ellipse">
            <a:avLst/>
          </a:prstGeom>
          <a:solidFill>
            <a:srgbClr val="FFFF00"/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rgbClr val="000050"/>
                </a:solidFill>
              </a:rPr>
              <a:t>A</a:t>
            </a:r>
          </a:p>
        </p:txBody>
      </p:sp>
      <p:sp>
        <p:nvSpPr>
          <p:cNvPr id="189" name="Elipse 188">
            <a:extLst>
              <a:ext uri="{FF2B5EF4-FFF2-40B4-BE49-F238E27FC236}">
                <a16:creationId xmlns:a16="http://schemas.microsoft.com/office/drawing/2014/main" id="{5C956064-D302-D3CB-F185-EA08A7294FFE}"/>
              </a:ext>
            </a:extLst>
          </p:cNvPr>
          <p:cNvSpPr/>
          <p:nvPr/>
        </p:nvSpPr>
        <p:spPr>
          <a:xfrm>
            <a:off x="11177158" y="1724974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C</a:t>
            </a:r>
          </a:p>
        </p:txBody>
      </p:sp>
      <p:cxnSp>
        <p:nvCxnSpPr>
          <p:cNvPr id="190" name="Conector reto 189">
            <a:extLst>
              <a:ext uri="{FF2B5EF4-FFF2-40B4-BE49-F238E27FC236}">
                <a16:creationId xmlns:a16="http://schemas.microsoft.com/office/drawing/2014/main" id="{FF0A9FB8-BCD8-F288-2155-E110EF62E49E}"/>
              </a:ext>
            </a:extLst>
          </p:cNvPr>
          <p:cNvCxnSpPr>
            <a:cxnSpLocks/>
            <a:stCxn id="188" idx="5"/>
            <a:endCxn id="189" idx="1"/>
          </p:cNvCxnSpPr>
          <p:nvPr/>
        </p:nvCxnSpPr>
        <p:spPr>
          <a:xfrm>
            <a:off x="10769297" y="1499224"/>
            <a:ext cx="438739" cy="251970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ector reto 190">
            <a:extLst>
              <a:ext uri="{FF2B5EF4-FFF2-40B4-BE49-F238E27FC236}">
                <a16:creationId xmlns:a16="http://schemas.microsoft.com/office/drawing/2014/main" id="{BCD2E76B-0629-7AF8-C83B-0FE98E9EC3E8}"/>
              </a:ext>
            </a:extLst>
          </p:cNvPr>
          <p:cNvCxnSpPr>
            <a:cxnSpLocks/>
            <a:stCxn id="188" idx="3"/>
            <a:endCxn id="187" idx="7"/>
          </p:cNvCxnSpPr>
          <p:nvPr/>
        </p:nvCxnSpPr>
        <p:spPr>
          <a:xfrm flipH="1">
            <a:off x="10176404" y="1499224"/>
            <a:ext cx="443798" cy="255984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ector reto 191">
            <a:extLst>
              <a:ext uri="{FF2B5EF4-FFF2-40B4-BE49-F238E27FC236}">
                <a16:creationId xmlns:a16="http://schemas.microsoft.com/office/drawing/2014/main" id="{6784C27D-9017-C94C-909A-BF59D1EAEB85}"/>
              </a:ext>
            </a:extLst>
          </p:cNvPr>
          <p:cNvCxnSpPr>
            <a:stCxn id="187" idx="3"/>
            <a:endCxn id="185" idx="7"/>
          </p:cNvCxnSpPr>
          <p:nvPr/>
        </p:nvCxnSpPr>
        <p:spPr>
          <a:xfrm flipH="1">
            <a:off x="9882812" y="1881809"/>
            <a:ext cx="144497" cy="203216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ector reto 192">
            <a:extLst>
              <a:ext uri="{FF2B5EF4-FFF2-40B4-BE49-F238E27FC236}">
                <a16:creationId xmlns:a16="http://schemas.microsoft.com/office/drawing/2014/main" id="{D9521037-4023-8A94-3150-4861B682BD03}"/>
              </a:ext>
            </a:extLst>
          </p:cNvPr>
          <p:cNvCxnSpPr>
            <a:stCxn id="187" idx="5"/>
            <a:endCxn id="186" idx="1"/>
          </p:cNvCxnSpPr>
          <p:nvPr/>
        </p:nvCxnSpPr>
        <p:spPr>
          <a:xfrm>
            <a:off x="10176404" y="1881809"/>
            <a:ext cx="147570" cy="207690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ector reto 193">
            <a:extLst>
              <a:ext uri="{FF2B5EF4-FFF2-40B4-BE49-F238E27FC236}">
                <a16:creationId xmlns:a16="http://schemas.microsoft.com/office/drawing/2014/main" id="{5BF105E6-D4B6-EC30-4BAF-6F3FED42C65F}"/>
              </a:ext>
            </a:extLst>
          </p:cNvPr>
          <p:cNvCxnSpPr>
            <a:cxnSpLocks/>
            <a:stCxn id="189" idx="3"/>
            <a:endCxn id="183" idx="7"/>
          </p:cNvCxnSpPr>
          <p:nvPr/>
        </p:nvCxnSpPr>
        <p:spPr>
          <a:xfrm flipH="1">
            <a:off x="11061203" y="1877795"/>
            <a:ext cx="146833" cy="209467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ector reto 194">
            <a:extLst>
              <a:ext uri="{FF2B5EF4-FFF2-40B4-BE49-F238E27FC236}">
                <a16:creationId xmlns:a16="http://schemas.microsoft.com/office/drawing/2014/main" id="{609A78D2-3837-C20C-BA57-69A32D77223C}"/>
              </a:ext>
            </a:extLst>
          </p:cNvPr>
          <p:cNvCxnSpPr>
            <a:cxnSpLocks/>
            <a:stCxn id="189" idx="5"/>
            <a:endCxn id="184" idx="1"/>
          </p:cNvCxnSpPr>
          <p:nvPr/>
        </p:nvCxnSpPr>
        <p:spPr>
          <a:xfrm>
            <a:off x="11357132" y="1877795"/>
            <a:ext cx="147869" cy="211704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Seta: para a Direita 195">
            <a:extLst>
              <a:ext uri="{FF2B5EF4-FFF2-40B4-BE49-F238E27FC236}">
                <a16:creationId xmlns:a16="http://schemas.microsoft.com/office/drawing/2014/main" id="{AC9E3216-A9B3-1BA6-1132-B3508AA4F827}"/>
              </a:ext>
            </a:extLst>
          </p:cNvPr>
          <p:cNvSpPr/>
          <p:nvPr/>
        </p:nvSpPr>
        <p:spPr>
          <a:xfrm>
            <a:off x="10062521" y="2106703"/>
            <a:ext cx="108405" cy="99158"/>
          </a:xfrm>
          <a:prstGeom prst="rightArrow">
            <a:avLst/>
          </a:prstGeom>
          <a:solidFill>
            <a:srgbClr val="FF505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/>
          </a:p>
        </p:txBody>
      </p:sp>
      <p:cxnSp>
        <p:nvCxnSpPr>
          <p:cNvPr id="231" name="Conector reto 230">
            <a:extLst>
              <a:ext uri="{FF2B5EF4-FFF2-40B4-BE49-F238E27FC236}">
                <a16:creationId xmlns:a16="http://schemas.microsoft.com/office/drawing/2014/main" id="{0BBFBE50-F17D-2240-3AF7-1D74F57DA6E4}"/>
              </a:ext>
            </a:extLst>
          </p:cNvPr>
          <p:cNvCxnSpPr>
            <a:cxnSpLocks/>
          </p:cNvCxnSpPr>
          <p:nvPr/>
        </p:nvCxnSpPr>
        <p:spPr>
          <a:xfrm>
            <a:off x="484590" y="3705813"/>
            <a:ext cx="203217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ector reto 231">
            <a:extLst>
              <a:ext uri="{FF2B5EF4-FFF2-40B4-BE49-F238E27FC236}">
                <a16:creationId xmlns:a16="http://schemas.microsoft.com/office/drawing/2014/main" id="{97B3C7D4-CFD4-2C5F-2CDF-77BF07AC6E27}"/>
              </a:ext>
            </a:extLst>
          </p:cNvPr>
          <p:cNvCxnSpPr>
            <a:cxnSpLocks/>
          </p:cNvCxnSpPr>
          <p:nvPr/>
        </p:nvCxnSpPr>
        <p:spPr>
          <a:xfrm>
            <a:off x="3549802" y="2405931"/>
            <a:ext cx="203217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ector reto 232">
            <a:extLst>
              <a:ext uri="{FF2B5EF4-FFF2-40B4-BE49-F238E27FC236}">
                <a16:creationId xmlns:a16="http://schemas.microsoft.com/office/drawing/2014/main" id="{0243DA6C-6DA4-2E24-0DFB-6148D9E5419F}"/>
              </a:ext>
            </a:extLst>
          </p:cNvPr>
          <p:cNvCxnSpPr>
            <a:cxnSpLocks/>
          </p:cNvCxnSpPr>
          <p:nvPr/>
        </p:nvCxnSpPr>
        <p:spPr>
          <a:xfrm>
            <a:off x="3470450" y="3723742"/>
            <a:ext cx="203217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ector reto 233">
            <a:extLst>
              <a:ext uri="{FF2B5EF4-FFF2-40B4-BE49-F238E27FC236}">
                <a16:creationId xmlns:a16="http://schemas.microsoft.com/office/drawing/2014/main" id="{3664D76F-8E47-50DE-C86E-041BFEF3E3E3}"/>
              </a:ext>
            </a:extLst>
          </p:cNvPr>
          <p:cNvCxnSpPr>
            <a:cxnSpLocks/>
          </p:cNvCxnSpPr>
          <p:nvPr/>
        </p:nvCxnSpPr>
        <p:spPr>
          <a:xfrm>
            <a:off x="6597501" y="2388002"/>
            <a:ext cx="203217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ector reto 234">
            <a:extLst>
              <a:ext uri="{FF2B5EF4-FFF2-40B4-BE49-F238E27FC236}">
                <a16:creationId xmlns:a16="http://schemas.microsoft.com/office/drawing/2014/main" id="{AE0037C8-982C-790B-BFA1-8D3D286B6F6F}"/>
              </a:ext>
            </a:extLst>
          </p:cNvPr>
          <p:cNvCxnSpPr>
            <a:cxnSpLocks/>
          </p:cNvCxnSpPr>
          <p:nvPr/>
        </p:nvCxnSpPr>
        <p:spPr>
          <a:xfrm>
            <a:off x="6518149" y="3705813"/>
            <a:ext cx="203217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ector reto 235">
            <a:extLst>
              <a:ext uri="{FF2B5EF4-FFF2-40B4-BE49-F238E27FC236}">
                <a16:creationId xmlns:a16="http://schemas.microsoft.com/office/drawing/2014/main" id="{4DE859BD-DF8B-A47A-6E5F-CD77F190426A}"/>
              </a:ext>
            </a:extLst>
          </p:cNvPr>
          <p:cNvCxnSpPr>
            <a:cxnSpLocks/>
          </p:cNvCxnSpPr>
          <p:nvPr/>
        </p:nvCxnSpPr>
        <p:spPr>
          <a:xfrm>
            <a:off x="9652802" y="2388002"/>
            <a:ext cx="203217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ector reto 236">
            <a:extLst>
              <a:ext uri="{FF2B5EF4-FFF2-40B4-BE49-F238E27FC236}">
                <a16:creationId xmlns:a16="http://schemas.microsoft.com/office/drawing/2014/main" id="{76980B71-77C1-21C5-687D-68BDA46D6345}"/>
              </a:ext>
            </a:extLst>
          </p:cNvPr>
          <p:cNvCxnSpPr>
            <a:cxnSpLocks/>
          </p:cNvCxnSpPr>
          <p:nvPr/>
        </p:nvCxnSpPr>
        <p:spPr>
          <a:xfrm>
            <a:off x="9573450" y="3705813"/>
            <a:ext cx="203217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47266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71767-EBF0-B70B-8FAD-6C1BC91EE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9459F8-000D-3743-3388-E2F0A2352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PROFUNDIDADE ITERATIVA</a:t>
            </a:r>
          </a:p>
        </p:txBody>
      </p: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5E99408C-F1F9-5365-CD7F-ECADC6857449}"/>
              </a:ext>
            </a:extLst>
          </p:cNvPr>
          <p:cNvCxnSpPr>
            <a:cxnSpLocks/>
          </p:cNvCxnSpPr>
          <p:nvPr/>
        </p:nvCxnSpPr>
        <p:spPr>
          <a:xfrm>
            <a:off x="1208220" y="2076821"/>
            <a:ext cx="160026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7E4DCF0A-DCC3-9DB8-7D00-5E3E6A51E799}"/>
              </a:ext>
            </a:extLst>
          </p:cNvPr>
          <p:cNvCxnSpPr>
            <a:cxnSpLocks/>
          </p:cNvCxnSpPr>
          <p:nvPr/>
        </p:nvCxnSpPr>
        <p:spPr>
          <a:xfrm>
            <a:off x="4106741" y="2093655"/>
            <a:ext cx="160026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>
            <a:extLst>
              <a:ext uri="{FF2B5EF4-FFF2-40B4-BE49-F238E27FC236}">
                <a16:creationId xmlns:a16="http://schemas.microsoft.com/office/drawing/2014/main" id="{7055AA72-2D39-F93D-1F23-436E5BD6DED3}"/>
              </a:ext>
            </a:extLst>
          </p:cNvPr>
          <p:cNvCxnSpPr>
            <a:cxnSpLocks/>
          </p:cNvCxnSpPr>
          <p:nvPr/>
        </p:nvCxnSpPr>
        <p:spPr>
          <a:xfrm>
            <a:off x="6969705" y="2064846"/>
            <a:ext cx="160026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CF4974E1-4A07-DE12-813D-4A2A3F092357}"/>
              </a:ext>
            </a:extLst>
          </p:cNvPr>
          <p:cNvCxnSpPr>
            <a:cxnSpLocks/>
          </p:cNvCxnSpPr>
          <p:nvPr/>
        </p:nvCxnSpPr>
        <p:spPr>
          <a:xfrm>
            <a:off x="9933771" y="2061342"/>
            <a:ext cx="160026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955395A2-4D6A-73CF-8161-26F2B0CD0357}"/>
              </a:ext>
            </a:extLst>
          </p:cNvPr>
          <p:cNvCxnSpPr/>
          <p:nvPr/>
        </p:nvCxnSpPr>
        <p:spPr>
          <a:xfrm>
            <a:off x="0" y="2055817"/>
            <a:ext cx="118445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etângulo 102">
            <a:extLst>
              <a:ext uri="{FF2B5EF4-FFF2-40B4-BE49-F238E27FC236}">
                <a16:creationId xmlns:a16="http://schemas.microsoft.com/office/drawing/2014/main" id="{0A325B82-4C9D-FB30-634F-881CD75A0B4E}"/>
              </a:ext>
            </a:extLst>
          </p:cNvPr>
          <p:cNvSpPr/>
          <p:nvPr/>
        </p:nvSpPr>
        <p:spPr>
          <a:xfrm>
            <a:off x="0" y="2051356"/>
            <a:ext cx="3046343" cy="8221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" name="Retângulo 103">
            <a:extLst>
              <a:ext uri="{FF2B5EF4-FFF2-40B4-BE49-F238E27FC236}">
                <a16:creationId xmlns:a16="http://schemas.microsoft.com/office/drawing/2014/main" id="{63A9AC62-717D-5B12-1E28-3918911614F4}"/>
              </a:ext>
            </a:extLst>
          </p:cNvPr>
          <p:cNvSpPr/>
          <p:nvPr/>
        </p:nvSpPr>
        <p:spPr>
          <a:xfrm>
            <a:off x="3056693" y="2066321"/>
            <a:ext cx="3046343" cy="8221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5" name="Retângulo 104">
            <a:extLst>
              <a:ext uri="{FF2B5EF4-FFF2-40B4-BE49-F238E27FC236}">
                <a16:creationId xmlns:a16="http://schemas.microsoft.com/office/drawing/2014/main" id="{4214AC9D-339C-41C1-1D0E-FBB26913CB45}"/>
              </a:ext>
            </a:extLst>
          </p:cNvPr>
          <p:cNvSpPr/>
          <p:nvPr/>
        </p:nvSpPr>
        <p:spPr>
          <a:xfrm>
            <a:off x="6113390" y="2066321"/>
            <a:ext cx="3046343" cy="8221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1" name="CaixaDeTexto 110">
            <a:extLst>
              <a:ext uri="{FF2B5EF4-FFF2-40B4-BE49-F238E27FC236}">
                <a16:creationId xmlns:a16="http://schemas.microsoft.com/office/drawing/2014/main" id="{21F5EC35-2CC8-3B42-8F64-3EF4FCE07B33}"/>
              </a:ext>
            </a:extLst>
          </p:cNvPr>
          <p:cNvSpPr txBox="1"/>
          <p:nvPr/>
        </p:nvSpPr>
        <p:spPr>
          <a:xfrm>
            <a:off x="8023" y="1278533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Limit</a:t>
            </a:r>
            <a:r>
              <a:rPr lang="pt-BR" dirty="0"/>
              <a:t> = 3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16050290-BB22-6371-D0B4-365725E3DAAD}"/>
              </a:ext>
            </a:extLst>
          </p:cNvPr>
          <p:cNvSpPr/>
          <p:nvPr/>
        </p:nvSpPr>
        <p:spPr>
          <a:xfrm>
            <a:off x="1703402" y="3336086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F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508B0202-CAD2-4DA1-4C43-FF7DE46C3960}"/>
              </a:ext>
            </a:extLst>
          </p:cNvPr>
          <p:cNvSpPr/>
          <p:nvPr/>
        </p:nvSpPr>
        <p:spPr>
          <a:xfrm>
            <a:off x="2296295" y="3338323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G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63525B4B-D76F-B137-2825-F344372A90B9}"/>
              </a:ext>
            </a:extLst>
          </p:cNvPr>
          <p:cNvSpPr/>
          <p:nvPr/>
        </p:nvSpPr>
        <p:spPr>
          <a:xfrm>
            <a:off x="525010" y="3333849"/>
            <a:ext cx="210853" cy="17904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D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8E96B39D-E543-EC62-D36C-6A8E7B76D63E}"/>
              </a:ext>
            </a:extLst>
          </p:cNvPr>
          <p:cNvSpPr/>
          <p:nvPr/>
        </p:nvSpPr>
        <p:spPr>
          <a:xfrm>
            <a:off x="1115269" y="3338323"/>
            <a:ext cx="210853" cy="17904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E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DA9C03EC-A7DB-517C-B4FF-702C70BA4535}"/>
              </a:ext>
            </a:extLst>
          </p:cNvPr>
          <p:cNvSpPr/>
          <p:nvPr/>
        </p:nvSpPr>
        <p:spPr>
          <a:xfrm>
            <a:off x="818603" y="3004031"/>
            <a:ext cx="210853" cy="17904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B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AEB9C2AC-092F-E830-9C53-DBA0A65E317F}"/>
              </a:ext>
            </a:extLst>
          </p:cNvPr>
          <p:cNvSpPr/>
          <p:nvPr/>
        </p:nvSpPr>
        <p:spPr>
          <a:xfrm>
            <a:off x="1411496" y="2621446"/>
            <a:ext cx="210853" cy="179042"/>
          </a:xfrm>
          <a:prstGeom prst="ellipse">
            <a:avLst/>
          </a:prstGeom>
          <a:solidFill>
            <a:srgbClr val="FFFF00"/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rgbClr val="000050"/>
                </a:solidFill>
              </a:rPr>
              <a:t>A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59E80F0E-E303-0F6B-481B-E641327CB753}"/>
              </a:ext>
            </a:extLst>
          </p:cNvPr>
          <p:cNvSpPr/>
          <p:nvPr/>
        </p:nvSpPr>
        <p:spPr>
          <a:xfrm>
            <a:off x="1999331" y="3000018"/>
            <a:ext cx="210853" cy="179042"/>
          </a:xfrm>
          <a:prstGeom prst="ellipse">
            <a:avLst/>
          </a:prstGeom>
          <a:solidFill>
            <a:srgbClr val="FFFF0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C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6D2ACEC8-101C-49DA-7E51-6D184C5C5F8F}"/>
              </a:ext>
            </a:extLst>
          </p:cNvPr>
          <p:cNvCxnSpPr>
            <a:cxnSpLocks/>
            <a:stCxn id="21" idx="5"/>
            <a:endCxn id="22" idx="1"/>
          </p:cNvCxnSpPr>
          <p:nvPr/>
        </p:nvCxnSpPr>
        <p:spPr>
          <a:xfrm>
            <a:off x="1591470" y="2774268"/>
            <a:ext cx="438739" cy="251970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74D07E85-2461-BA43-81C1-F83B6794F102}"/>
              </a:ext>
            </a:extLst>
          </p:cNvPr>
          <p:cNvCxnSpPr>
            <a:cxnSpLocks/>
            <a:stCxn id="21" idx="3"/>
            <a:endCxn id="15" idx="7"/>
          </p:cNvCxnSpPr>
          <p:nvPr/>
        </p:nvCxnSpPr>
        <p:spPr>
          <a:xfrm flipH="1">
            <a:off x="998577" y="2774268"/>
            <a:ext cx="443798" cy="255984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8F7E96EC-D34A-D5E1-119B-59835C50F35B}"/>
              </a:ext>
            </a:extLst>
          </p:cNvPr>
          <p:cNvCxnSpPr>
            <a:stCxn id="15" idx="3"/>
            <a:endCxn id="13" idx="7"/>
          </p:cNvCxnSpPr>
          <p:nvPr/>
        </p:nvCxnSpPr>
        <p:spPr>
          <a:xfrm flipH="1">
            <a:off x="704985" y="3156853"/>
            <a:ext cx="144497" cy="203216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AE5062D5-E71E-C09F-C0CF-DE5ED8AF4B60}"/>
              </a:ext>
            </a:extLst>
          </p:cNvPr>
          <p:cNvCxnSpPr>
            <a:stCxn id="15" idx="5"/>
            <a:endCxn id="14" idx="1"/>
          </p:cNvCxnSpPr>
          <p:nvPr/>
        </p:nvCxnSpPr>
        <p:spPr>
          <a:xfrm>
            <a:off x="998577" y="3156853"/>
            <a:ext cx="147570" cy="207690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C28ED499-F16D-641B-1569-B1FED3ECA508}"/>
              </a:ext>
            </a:extLst>
          </p:cNvPr>
          <p:cNvCxnSpPr>
            <a:cxnSpLocks/>
            <a:stCxn id="22" idx="3"/>
            <a:endCxn id="11" idx="7"/>
          </p:cNvCxnSpPr>
          <p:nvPr/>
        </p:nvCxnSpPr>
        <p:spPr>
          <a:xfrm flipH="1">
            <a:off x="1883376" y="3152839"/>
            <a:ext cx="146833" cy="209467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D9E81F73-56C7-E83A-8813-FA2E2577BE0B}"/>
              </a:ext>
            </a:extLst>
          </p:cNvPr>
          <p:cNvCxnSpPr>
            <a:cxnSpLocks/>
            <a:stCxn id="22" idx="5"/>
            <a:endCxn id="12" idx="1"/>
          </p:cNvCxnSpPr>
          <p:nvPr/>
        </p:nvCxnSpPr>
        <p:spPr>
          <a:xfrm>
            <a:off x="2179305" y="3152839"/>
            <a:ext cx="147869" cy="211704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eta: para a Direita 28">
            <a:extLst>
              <a:ext uri="{FF2B5EF4-FFF2-40B4-BE49-F238E27FC236}">
                <a16:creationId xmlns:a16="http://schemas.microsoft.com/office/drawing/2014/main" id="{5FFF7315-3FDD-6996-96CF-DAB78A891A98}"/>
              </a:ext>
            </a:extLst>
          </p:cNvPr>
          <p:cNvSpPr/>
          <p:nvPr/>
        </p:nvSpPr>
        <p:spPr>
          <a:xfrm>
            <a:off x="1790731" y="3013987"/>
            <a:ext cx="108405" cy="99158"/>
          </a:xfrm>
          <a:prstGeom prst="rightArrow">
            <a:avLst/>
          </a:prstGeom>
          <a:solidFill>
            <a:srgbClr val="FF505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51BB8D45-EEF9-FBE0-D479-FD785A65259F}"/>
              </a:ext>
            </a:extLst>
          </p:cNvPr>
          <p:cNvSpPr/>
          <p:nvPr/>
        </p:nvSpPr>
        <p:spPr>
          <a:xfrm>
            <a:off x="4760098" y="3325034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F</a:t>
            </a:r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B3830938-386D-6473-8056-498E7670A1FD}"/>
              </a:ext>
            </a:extLst>
          </p:cNvPr>
          <p:cNvSpPr/>
          <p:nvPr/>
        </p:nvSpPr>
        <p:spPr>
          <a:xfrm>
            <a:off x="5352991" y="3327271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G</a:t>
            </a:r>
          </a:p>
        </p:txBody>
      </p:sp>
      <p:sp>
        <p:nvSpPr>
          <p:cNvPr id="65" name="Elipse 64">
            <a:extLst>
              <a:ext uri="{FF2B5EF4-FFF2-40B4-BE49-F238E27FC236}">
                <a16:creationId xmlns:a16="http://schemas.microsoft.com/office/drawing/2014/main" id="{91BD2D0B-5CA4-2D3B-922F-02FA5B4969DF}"/>
              </a:ext>
            </a:extLst>
          </p:cNvPr>
          <p:cNvSpPr/>
          <p:nvPr/>
        </p:nvSpPr>
        <p:spPr>
          <a:xfrm>
            <a:off x="3581706" y="3322797"/>
            <a:ext cx="210853" cy="17904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D</a:t>
            </a:r>
          </a:p>
        </p:txBody>
      </p:sp>
      <p:sp>
        <p:nvSpPr>
          <p:cNvPr id="67" name="Elipse 66">
            <a:extLst>
              <a:ext uri="{FF2B5EF4-FFF2-40B4-BE49-F238E27FC236}">
                <a16:creationId xmlns:a16="http://schemas.microsoft.com/office/drawing/2014/main" id="{CCC53477-1D7E-BD7D-6779-D16B47DBA965}"/>
              </a:ext>
            </a:extLst>
          </p:cNvPr>
          <p:cNvSpPr/>
          <p:nvPr/>
        </p:nvSpPr>
        <p:spPr>
          <a:xfrm>
            <a:off x="4171965" y="3327271"/>
            <a:ext cx="210853" cy="17904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E</a:t>
            </a:r>
          </a:p>
        </p:txBody>
      </p:sp>
      <p:sp>
        <p:nvSpPr>
          <p:cNvPr id="89" name="Elipse 88">
            <a:extLst>
              <a:ext uri="{FF2B5EF4-FFF2-40B4-BE49-F238E27FC236}">
                <a16:creationId xmlns:a16="http://schemas.microsoft.com/office/drawing/2014/main" id="{41464641-9494-1808-869A-1AAE74469854}"/>
              </a:ext>
            </a:extLst>
          </p:cNvPr>
          <p:cNvSpPr/>
          <p:nvPr/>
        </p:nvSpPr>
        <p:spPr>
          <a:xfrm>
            <a:off x="3875299" y="2992979"/>
            <a:ext cx="210853" cy="17904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B</a:t>
            </a:r>
          </a:p>
        </p:txBody>
      </p:sp>
      <p:sp>
        <p:nvSpPr>
          <p:cNvPr id="91" name="Elipse 90">
            <a:extLst>
              <a:ext uri="{FF2B5EF4-FFF2-40B4-BE49-F238E27FC236}">
                <a16:creationId xmlns:a16="http://schemas.microsoft.com/office/drawing/2014/main" id="{62ABF367-F65C-9042-BC20-2DE7AC3B8977}"/>
              </a:ext>
            </a:extLst>
          </p:cNvPr>
          <p:cNvSpPr/>
          <p:nvPr/>
        </p:nvSpPr>
        <p:spPr>
          <a:xfrm>
            <a:off x="4468192" y="2610394"/>
            <a:ext cx="210853" cy="179042"/>
          </a:xfrm>
          <a:prstGeom prst="ellipse">
            <a:avLst/>
          </a:prstGeom>
          <a:solidFill>
            <a:srgbClr val="FFFF00"/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rgbClr val="000050"/>
                </a:solidFill>
              </a:rPr>
              <a:t>A</a:t>
            </a:r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6AFB36A9-47A3-A902-942A-AA475400DCDC}"/>
              </a:ext>
            </a:extLst>
          </p:cNvPr>
          <p:cNvSpPr/>
          <p:nvPr/>
        </p:nvSpPr>
        <p:spPr>
          <a:xfrm>
            <a:off x="5056027" y="2988966"/>
            <a:ext cx="210853" cy="179042"/>
          </a:xfrm>
          <a:prstGeom prst="ellipse">
            <a:avLst/>
          </a:prstGeom>
          <a:solidFill>
            <a:srgbClr val="FFFF0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C</a:t>
            </a:r>
          </a:p>
        </p:txBody>
      </p:sp>
      <p:cxnSp>
        <p:nvCxnSpPr>
          <p:cNvPr id="94" name="Conector reto 93">
            <a:extLst>
              <a:ext uri="{FF2B5EF4-FFF2-40B4-BE49-F238E27FC236}">
                <a16:creationId xmlns:a16="http://schemas.microsoft.com/office/drawing/2014/main" id="{CD32845B-25CC-A9EA-9B51-DDC39F1CAB43}"/>
              </a:ext>
            </a:extLst>
          </p:cNvPr>
          <p:cNvCxnSpPr>
            <a:cxnSpLocks/>
            <a:stCxn id="91" idx="5"/>
            <a:endCxn id="92" idx="1"/>
          </p:cNvCxnSpPr>
          <p:nvPr/>
        </p:nvCxnSpPr>
        <p:spPr>
          <a:xfrm>
            <a:off x="4648166" y="2763216"/>
            <a:ext cx="438739" cy="251970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to 94">
            <a:extLst>
              <a:ext uri="{FF2B5EF4-FFF2-40B4-BE49-F238E27FC236}">
                <a16:creationId xmlns:a16="http://schemas.microsoft.com/office/drawing/2014/main" id="{263E80C5-560E-6818-B6B1-6DADCBF0C4ED}"/>
              </a:ext>
            </a:extLst>
          </p:cNvPr>
          <p:cNvCxnSpPr>
            <a:cxnSpLocks/>
            <a:stCxn id="91" idx="3"/>
            <a:endCxn id="89" idx="7"/>
          </p:cNvCxnSpPr>
          <p:nvPr/>
        </p:nvCxnSpPr>
        <p:spPr>
          <a:xfrm flipH="1">
            <a:off x="4055273" y="2763216"/>
            <a:ext cx="443798" cy="255984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to 96">
            <a:extLst>
              <a:ext uri="{FF2B5EF4-FFF2-40B4-BE49-F238E27FC236}">
                <a16:creationId xmlns:a16="http://schemas.microsoft.com/office/drawing/2014/main" id="{158376DA-2451-37D8-4AD3-A791E3B53E1D}"/>
              </a:ext>
            </a:extLst>
          </p:cNvPr>
          <p:cNvCxnSpPr>
            <a:stCxn id="89" idx="3"/>
            <a:endCxn id="65" idx="7"/>
          </p:cNvCxnSpPr>
          <p:nvPr/>
        </p:nvCxnSpPr>
        <p:spPr>
          <a:xfrm flipH="1">
            <a:off x="3761681" y="3145801"/>
            <a:ext cx="144497" cy="203216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to 97">
            <a:extLst>
              <a:ext uri="{FF2B5EF4-FFF2-40B4-BE49-F238E27FC236}">
                <a16:creationId xmlns:a16="http://schemas.microsoft.com/office/drawing/2014/main" id="{ADC327D0-F2FC-BC15-2CAE-ABE777F3CA11}"/>
              </a:ext>
            </a:extLst>
          </p:cNvPr>
          <p:cNvCxnSpPr>
            <a:stCxn id="89" idx="5"/>
            <a:endCxn id="67" idx="1"/>
          </p:cNvCxnSpPr>
          <p:nvPr/>
        </p:nvCxnSpPr>
        <p:spPr>
          <a:xfrm>
            <a:off x="4055273" y="3145801"/>
            <a:ext cx="147570" cy="207690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ector reto 98">
            <a:extLst>
              <a:ext uri="{FF2B5EF4-FFF2-40B4-BE49-F238E27FC236}">
                <a16:creationId xmlns:a16="http://schemas.microsoft.com/office/drawing/2014/main" id="{93E1CD9B-374A-9C29-7B26-CD93C1887EC5}"/>
              </a:ext>
            </a:extLst>
          </p:cNvPr>
          <p:cNvCxnSpPr>
            <a:cxnSpLocks/>
            <a:stCxn id="92" idx="3"/>
            <a:endCxn id="32" idx="7"/>
          </p:cNvCxnSpPr>
          <p:nvPr/>
        </p:nvCxnSpPr>
        <p:spPr>
          <a:xfrm flipH="1">
            <a:off x="4940072" y="3141787"/>
            <a:ext cx="146833" cy="209467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ector reto 99">
            <a:extLst>
              <a:ext uri="{FF2B5EF4-FFF2-40B4-BE49-F238E27FC236}">
                <a16:creationId xmlns:a16="http://schemas.microsoft.com/office/drawing/2014/main" id="{26C5B227-E785-2BF1-776C-683E28B709AA}"/>
              </a:ext>
            </a:extLst>
          </p:cNvPr>
          <p:cNvCxnSpPr>
            <a:cxnSpLocks/>
            <a:stCxn id="92" idx="5"/>
            <a:endCxn id="34" idx="1"/>
          </p:cNvCxnSpPr>
          <p:nvPr/>
        </p:nvCxnSpPr>
        <p:spPr>
          <a:xfrm>
            <a:off x="5236001" y="3141787"/>
            <a:ext cx="147869" cy="211704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Seta: para a Direita 111">
            <a:extLst>
              <a:ext uri="{FF2B5EF4-FFF2-40B4-BE49-F238E27FC236}">
                <a16:creationId xmlns:a16="http://schemas.microsoft.com/office/drawing/2014/main" id="{3B5EC809-D0ED-AF32-32F0-11AA21BD0F5B}"/>
              </a:ext>
            </a:extLst>
          </p:cNvPr>
          <p:cNvSpPr/>
          <p:nvPr/>
        </p:nvSpPr>
        <p:spPr>
          <a:xfrm>
            <a:off x="4534070" y="3349017"/>
            <a:ext cx="108405" cy="99158"/>
          </a:xfrm>
          <a:prstGeom prst="rightArrow">
            <a:avLst/>
          </a:prstGeom>
          <a:solidFill>
            <a:srgbClr val="FF505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/>
          </a:p>
        </p:txBody>
      </p:sp>
      <p:sp>
        <p:nvSpPr>
          <p:cNvPr id="113" name="Elipse 112">
            <a:extLst>
              <a:ext uri="{FF2B5EF4-FFF2-40B4-BE49-F238E27FC236}">
                <a16:creationId xmlns:a16="http://schemas.microsoft.com/office/drawing/2014/main" id="{B7993C65-29AD-069C-9A87-27BBE392B3FA}"/>
              </a:ext>
            </a:extLst>
          </p:cNvPr>
          <p:cNvSpPr/>
          <p:nvPr/>
        </p:nvSpPr>
        <p:spPr>
          <a:xfrm>
            <a:off x="7825928" y="3336086"/>
            <a:ext cx="210853" cy="17904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F</a:t>
            </a:r>
          </a:p>
        </p:txBody>
      </p:sp>
      <p:sp>
        <p:nvSpPr>
          <p:cNvPr id="114" name="Elipse 113">
            <a:extLst>
              <a:ext uri="{FF2B5EF4-FFF2-40B4-BE49-F238E27FC236}">
                <a16:creationId xmlns:a16="http://schemas.microsoft.com/office/drawing/2014/main" id="{D5C5B6E6-AF9E-2AB6-D278-FC99CB4F2DA8}"/>
              </a:ext>
            </a:extLst>
          </p:cNvPr>
          <p:cNvSpPr/>
          <p:nvPr/>
        </p:nvSpPr>
        <p:spPr>
          <a:xfrm>
            <a:off x="8418821" y="3338323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G</a:t>
            </a:r>
          </a:p>
        </p:txBody>
      </p:sp>
      <p:sp>
        <p:nvSpPr>
          <p:cNvPr id="115" name="Elipse 114">
            <a:extLst>
              <a:ext uri="{FF2B5EF4-FFF2-40B4-BE49-F238E27FC236}">
                <a16:creationId xmlns:a16="http://schemas.microsoft.com/office/drawing/2014/main" id="{1A5603C7-29BB-081E-40A0-77CF0EC17AD0}"/>
              </a:ext>
            </a:extLst>
          </p:cNvPr>
          <p:cNvSpPr/>
          <p:nvPr/>
        </p:nvSpPr>
        <p:spPr>
          <a:xfrm>
            <a:off x="6647536" y="3333849"/>
            <a:ext cx="210853" cy="17904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D</a:t>
            </a:r>
          </a:p>
        </p:txBody>
      </p:sp>
      <p:sp>
        <p:nvSpPr>
          <p:cNvPr id="116" name="Elipse 115">
            <a:extLst>
              <a:ext uri="{FF2B5EF4-FFF2-40B4-BE49-F238E27FC236}">
                <a16:creationId xmlns:a16="http://schemas.microsoft.com/office/drawing/2014/main" id="{3DC6261B-E9A8-BAD7-D395-69D901203086}"/>
              </a:ext>
            </a:extLst>
          </p:cNvPr>
          <p:cNvSpPr/>
          <p:nvPr/>
        </p:nvSpPr>
        <p:spPr>
          <a:xfrm>
            <a:off x="7237795" y="3338323"/>
            <a:ext cx="210853" cy="17904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E</a:t>
            </a:r>
          </a:p>
        </p:txBody>
      </p:sp>
      <p:sp>
        <p:nvSpPr>
          <p:cNvPr id="117" name="Elipse 116">
            <a:extLst>
              <a:ext uri="{FF2B5EF4-FFF2-40B4-BE49-F238E27FC236}">
                <a16:creationId xmlns:a16="http://schemas.microsoft.com/office/drawing/2014/main" id="{E16CF959-43FD-7B53-0A30-5446D0956A21}"/>
              </a:ext>
            </a:extLst>
          </p:cNvPr>
          <p:cNvSpPr/>
          <p:nvPr/>
        </p:nvSpPr>
        <p:spPr>
          <a:xfrm>
            <a:off x="6941129" y="3004031"/>
            <a:ext cx="210853" cy="17904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B</a:t>
            </a:r>
          </a:p>
        </p:txBody>
      </p:sp>
      <p:sp>
        <p:nvSpPr>
          <p:cNvPr id="118" name="Elipse 117">
            <a:extLst>
              <a:ext uri="{FF2B5EF4-FFF2-40B4-BE49-F238E27FC236}">
                <a16:creationId xmlns:a16="http://schemas.microsoft.com/office/drawing/2014/main" id="{D14D73BD-4973-F316-023D-5CED7C73014C}"/>
              </a:ext>
            </a:extLst>
          </p:cNvPr>
          <p:cNvSpPr/>
          <p:nvPr/>
        </p:nvSpPr>
        <p:spPr>
          <a:xfrm>
            <a:off x="7534022" y="2621446"/>
            <a:ext cx="210853" cy="179042"/>
          </a:xfrm>
          <a:prstGeom prst="ellipse">
            <a:avLst/>
          </a:prstGeom>
          <a:solidFill>
            <a:srgbClr val="FFFF00"/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rgbClr val="000050"/>
                </a:solidFill>
              </a:rPr>
              <a:t>A</a:t>
            </a:r>
          </a:p>
        </p:txBody>
      </p:sp>
      <p:sp>
        <p:nvSpPr>
          <p:cNvPr id="119" name="Elipse 118">
            <a:extLst>
              <a:ext uri="{FF2B5EF4-FFF2-40B4-BE49-F238E27FC236}">
                <a16:creationId xmlns:a16="http://schemas.microsoft.com/office/drawing/2014/main" id="{C56F0E76-A0B9-4382-26CB-0F3908F94D11}"/>
              </a:ext>
            </a:extLst>
          </p:cNvPr>
          <p:cNvSpPr/>
          <p:nvPr/>
        </p:nvSpPr>
        <p:spPr>
          <a:xfrm>
            <a:off x="8121857" y="3000018"/>
            <a:ext cx="210853" cy="179042"/>
          </a:xfrm>
          <a:prstGeom prst="ellipse">
            <a:avLst/>
          </a:prstGeom>
          <a:solidFill>
            <a:srgbClr val="FFFF0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C</a:t>
            </a:r>
          </a:p>
        </p:txBody>
      </p:sp>
      <p:cxnSp>
        <p:nvCxnSpPr>
          <p:cNvPr id="120" name="Conector reto 119">
            <a:extLst>
              <a:ext uri="{FF2B5EF4-FFF2-40B4-BE49-F238E27FC236}">
                <a16:creationId xmlns:a16="http://schemas.microsoft.com/office/drawing/2014/main" id="{9F3E5F62-129D-A463-125C-22A3DB324F84}"/>
              </a:ext>
            </a:extLst>
          </p:cNvPr>
          <p:cNvCxnSpPr>
            <a:cxnSpLocks/>
            <a:stCxn id="118" idx="5"/>
            <a:endCxn id="119" idx="1"/>
          </p:cNvCxnSpPr>
          <p:nvPr/>
        </p:nvCxnSpPr>
        <p:spPr>
          <a:xfrm>
            <a:off x="7713996" y="2774268"/>
            <a:ext cx="438739" cy="251970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ector reto 120">
            <a:extLst>
              <a:ext uri="{FF2B5EF4-FFF2-40B4-BE49-F238E27FC236}">
                <a16:creationId xmlns:a16="http://schemas.microsoft.com/office/drawing/2014/main" id="{A4672902-5518-97AF-5751-6C89F12823F7}"/>
              </a:ext>
            </a:extLst>
          </p:cNvPr>
          <p:cNvCxnSpPr>
            <a:cxnSpLocks/>
            <a:stCxn id="118" idx="3"/>
            <a:endCxn id="117" idx="7"/>
          </p:cNvCxnSpPr>
          <p:nvPr/>
        </p:nvCxnSpPr>
        <p:spPr>
          <a:xfrm flipH="1">
            <a:off x="7121103" y="2774268"/>
            <a:ext cx="443798" cy="255984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reto 121">
            <a:extLst>
              <a:ext uri="{FF2B5EF4-FFF2-40B4-BE49-F238E27FC236}">
                <a16:creationId xmlns:a16="http://schemas.microsoft.com/office/drawing/2014/main" id="{A322FCE0-1EDE-6628-242B-B9A981270EDC}"/>
              </a:ext>
            </a:extLst>
          </p:cNvPr>
          <p:cNvCxnSpPr>
            <a:stCxn id="117" idx="3"/>
            <a:endCxn id="115" idx="7"/>
          </p:cNvCxnSpPr>
          <p:nvPr/>
        </p:nvCxnSpPr>
        <p:spPr>
          <a:xfrm flipH="1">
            <a:off x="6827511" y="3156853"/>
            <a:ext cx="144497" cy="203216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to 122">
            <a:extLst>
              <a:ext uri="{FF2B5EF4-FFF2-40B4-BE49-F238E27FC236}">
                <a16:creationId xmlns:a16="http://schemas.microsoft.com/office/drawing/2014/main" id="{194F1D83-008A-DD2A-C0DE-5AA486666BFA}"/>
              </a:ext>
            </a:extLst>
          </p:cNvPr>
          <p:cNvCxnSpPr>
            <a:stCxn id="117" idx="5"/>
            <a:endCxn id="116" idx="1"/>
          </p:cNvCxnSpPr>
          <p:nvPr/>
        </p:nvCxnSpPr>
        <p:spPr>
          <a:xfrm>
            <a:off x="7121103" y="3156853"/>
            <a:ext cx="147570" cy="207690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to 123">
            <a:extLst>
              <a:ext uri="{FF2B5EF4-FFF2-40B4-BE49-F238E27FC236}">
                <a16:creationId xmlns:a16="http://schemas.microsoft.com/office/drawing/2014/main" id="{08C53B68-2806-4E1B-44FC-BA0C9B0A382C}"/>
              </a:ext>
            </a:extLst>
          </p:cNvPr>
          <p:cNvCxnSpPr>
            <a:cxnSpLocks/>
            <a:stCxn id="119" idx="3"/>
            <a:endCxn id="113" idx="7"/>
          </p:cNvCxnSpPr>
          <p:nvPr/>
        </p:nvCxnSpPr>
        <p:spPr>
          <a:xfrm flipH="1">
            <a:off x="8005902" y="3152839"/>
            <a:ext cx="146833" cy="209467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ector reto 124">
            <a:extLst>
              <a:ext uri="{FF2B5EF4-FFF2-40B4-BE49-F238E27FC236}">
                <a16:creationId xmlns:a16="http://schemas.microsoft.com/office/drawing/2014/main" id="{FCE976EA-18E5-1101-44C9-7C4C75D27A8F}"/>
              </a:ext>
            </a:extLst>
          </p:cNvPr>
          <p:cNvCxnSpPr>
            <a:cxnSpLocks/>
            <a:stCxn id="119" idx="5"/>
            <a:endCxn id="114" idx="1"/>
          </p:cNvCxnSpPr>
          <p:nvPr/>
        </p:nvCxnSpPr>
        <p:spPr>
          <a:xfrm>
            <a:off x="8301831" y="3152839"/>
            <a:ext cx="147869" cy="211704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Seta: para a Direita 125">
            <a:extLst>
              <a:ext uri="{FF2B5EF4-FFF2-40B4-BE49-F238E27FC236}">
                <a16:creationId xmlns:a16="http://schemas.microsoft.com/office/drawing/2014/main" id="{F1EB88AD-EA53-3059-5BDA-E8D7B35297C3}"/>
              </a:ext>
            </a:extLst>
          </p:cNvPr>
          <p:cNvSpPr/>
          <p:nvPr/>
        </p:nvSpPr>
        <p:spPr>
          <a:xfrm>
            <a:off x="8226498" y="3381540"/>
            <a:ext cx="108405" cy="99158"/>
          </a:xfrm>
          <a:prstGeom prst="rightArrow">
            <a:avLst/>
          </a:prstGeom>
          <a:solidFill>
            <a:srgbClr val="FF505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/>
          </a:p>
        </p:txBody>
      </p:sp>
      <p:sp>
        <p:nvSpPr>
          <p:cNvPr id="127" name="Elipse 126">
            <a:extLst>
              <a:ext uri="{FF2B5EF4-FFF2-40B4-BE49-F238E27FC236}">
                <a16:creationId xmlns:a16="http://schemas.microsoft.com/office/drawing/2014/main" id="{827B8621-40B2-8080-E35A-4044C8CFE94B}"/>
              </a:ext>
            </a:extLst>
          </p:cNvPr>
          <p:cNvSpPr/>
          <p:nvPr/>
        </p:nvSpPr>
        <p:spPr>
          <a:xfrm>
            <a:off x="10881229" y="3334275"/>
            <a:ext cx="210853" cy="17904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F</a:t>
            </a:r>
          </a:p>
        </p:txBody>
      </p:sp>
      <p:sp>
        <p:nvSpPr>
          <p:cNvPr id="128" name="Elipse 127">
            <a:extLst>
              <a:ext uri="{FF2B5EF4-FFF2-40B4-BE49-F238E27FC236}">
                <a16:creationId xmlns:a16="http://schemas.microsoft.com/office/drawing/2014/main" id="{45422A0C-542C-C2BE-0028-DB37BAB87E6B}"/>
              </a:ext>
            </a:extLst>
          </p:cNvPr>
          <p:cNvSpPr/>
          <p:nvPr/>
        </p:nvSpPr>
        <p:spPr>
          <a:xfrm>
            <a:off x="11474122" y="3336512"/>
            <a:ext cx="210853" cy="17904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G</a:t>
            </a:r>
          </a:p>
        </p:txBody>
      </p:sp>
      <p:sp>
        <p:nvSpPr>
          <p:cNvPr id="129" name="Elipse 128">
            <a:extLst>
              <a:ext uri="{FF2B5EF4-FFF2-40B4-BE49-F238E27FC236}">
                <a16:creationId xmlns:a16="http://schemas.microsoft.com/office/drawing/2014/main" id="{14C9395E-3D3D-2D2B-096F-FB01C9074E16}"/>
              </a:ext>
            </a:extLst>
          </p:cNvPr>
          <p:cNvSpPr/>
          <p:nvPr/>
        </p:nvSpPr>
        <p:spPr>
          <a:xfrm>
            <a:off x="9702837" y="3332038"/>
            <a:ext cx="210853" cy="17904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D</a:t>
            </a:r>
          </a:p>
        </p:txBody>
      </p:sp>
      <p:sp>
        <p:nvSpPr>
          <p:cNvPr id="130" name="Elipse 129">
            <a:extLst>
              <a:ext uri="{FF2B5EF4-FFF2-40B4-BE49-F238E27FC236}">
                <a16:creationId xmlns:a16="http://schemas.microsoft.com/office/drawing/2014/main" id="{32A2435C-28A4-C1B3-BBED-1EDAEC3E1F07}"/>
              </a:ext>
            </a:extLst>
          </p:cNvPr>
          <p:cNvSpPr/>
          <p:nvPr/>
        </p:nvSpPr>
        <p:spPr>
          <a:xfrm>
            <a:off x="10293096" y="3336512"/>
            <a:ext cx="210853" cy="17904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E</a:t>
            </a:r>
          </a:p>
        </p:txBody>
      </p:sp>
      <p:sp>
        <p:nvSpPr>
          <p:cNvPr id="131" name="Elipse 130">
            <a:extLst>
              <a:ext uri="{FF2B5EF4-FFF2-40B4-BE49-F238E27FC236}">
                <a16:creationId xmlns:a16="http://schemas.microsoft.com/office/drawing/2014/main" id="{A44B423A-F14B-4971-6B1C-8AFD244812E8}"/>
              </a:ext>
            </a:extLst>
          </p:cNvPr>
          <p:cNvSpPr/>
          <p:nvPr/>
        </p:nvSpPr>
        <p:spPr>
          <a:xfrm>
            <a:off x="9996430" y="3002220"/>
            <a:ext cx="210853" cy="17904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B</a:t>
            </a:r>
          </a:p>
        </p:txBody>
      </p:sp>
      <p:sp>
        <p:nvSpPr>
          <p:cNvPr id="132" name="Elipse 131">
            <a:extLst>
              <a:ext uri="{FF2B5EF4-FFF2-40B4-BE49-F238E27FC236}">
                <a16:creationId xmlns:a16="http://schemas.microsoft.com/office/drawing/2014/main" id="{57FEBE89-58D5-6F18-421E-D1CB7980BEDB}"/>
              </a:ext>
            </a:extLst>
          </p:cNvPr>
          <p:cNvSpPr/>
          <p:nvPr/>
        </p:nvSpPr>
        <p:spPr>
          <a:xfrm>
            <a:off x="10589323" y="2619635"/>
            <a:ext cx="210853" cy="17904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A</a:t>
            </a:r>
          </a:p>
        </p:txBody>
      </p:sp>
      <p:sp>
        <p:nvSpPr>
          <p:cNvPr id="133" name="Elipse 132">
            <a:extLst>
              <a:ext uri="{FF2B5EF4-FFF2-40B4-BE49-F238E27FC236}">
                <a16:creationId xmlns:a16="http://schemas.microsoft.com/office/drawing/2014/main" id="{0CD154A6-6FED-A648-FCAD-E61A0E2B7066}"/>
              </a:ext>
            </a:extLst>
          </p:cNvPr>
          <p:cNvSpPr/>
          <p:nvPr/>
        </p:nvSpPr>
        <p:spPr>
          <a:xfrm>
            <a:off x="11177158" y="2998207"/>
            <a:ext cx="210853" cy="17904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C</a:t>
            </a:r>
          </a:p>
        </p:txBody>
      </p:sp>
      <p:cxnSp>
        <p:nvCxnSpPr>
          <p:cNvPr id="134" name="Conector reto 133">
            <a:extLst>
              <a:ext uri="{FF2B5EF4-FFF2-40B4-BE49-F238E27FC236}">
                <a16:creationId xmlns:a16="http://schemas.microsoft.com/office/drawing/2014/main" id="{0E7A1A42-628D-84A8-57AE-C7A926A84531}"/>
              </a:ext>
            </a:extLst>
          </p:cNvPr>
          <p:cNvCxnSpPr>
            <a:cxnSpLocks/>
            <a:stCxn id="132" idx="5"/>
            <a:endCxn id="133" idx="1"/>
          </p:cNvCxnSpPr>
          <p:nvPr/>
        </p:nvCxnSpPr>
        <p:spPr>
          <a:xfrm>
            <a:off x="10769297" y="2772457"/>
            <a:ext cx="438739" cy="251970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ector reto 134">
            <a:extLst>
              <a:ext uri="{FF2B5EF4-FFF2-40B4-BE49-F238E27FC236}">
                <a16:creationId xmlns:a16="http://schemas.microsoft.com/office/drawing/2014/main" id="{D24528C3-E9DB-2556-B2CB-36DDE3BA4FA0}"/>
              </a:ext>
            </a:extLst>
          </p:cNvPr>
          <p:cNvCxnSpPr>
            <a:cxnSpLocks/>
            <a:stCxn id="132" idx="3"/>
            <a:endCxn id="131" idx="7"/>
          </p:cNvCxnSpPr>
          <p:nvPr/>
        </p:nvCxnSpPr>
        <p:spPr>
          <a:xfrm flipH="1">
            <a:off x="10176404" y="2772457"/>
            <a:ext cx="443798" cy="255984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ector reto 135">
            <a:extLst>
              <a:ext uri="{FF2B5EF4-FFF2-40B4-BE49-F238E27FC236}">
                <a16:creationId xmlns:a16="http://schemas.microsoft.com/office/drawing/2014/main" id="{827D60C2-38C9-47FF-59BC-BF2C977BF53D}"/>
              </a:ext>
            </a:extLst>
          </p:cNvPr>
          <p:cNvCxnSpPr>
            <a:stCxn id="131" idx="3"/>
            <a:endCxn id="129" idx="7"/>
          </p:cNvCxnSpPr>
          <p:nvPr/>
        </p:nvCxnSpPr>
        <p:spPr>
          <a:xfrm flipH="1">
            <a:off x="9882812" y="3155042"/>
            <a:ext cx="144497" cy="203216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ector reto 136">
            <a:extLst>
              <a:ext uri="{FF2B5EF4-FFF2-40B4-BE49-F238E27FC236}">
                <a16:creationId xmlns:a16="http://schemas.microsoft.com/office/drawing/2014/main" id="{37B397C8-F669-D7E3-81D7-0A7EC4B5148F}"/>
              </a:ext>
            </a:extLst>
          </p:cNvPr>
          <p:cNvCxnSpPr>
            <a:stCxn id="131" idx="5"/>
            <a:endCxn id="130" idx="1"/>
          </p:cNvCxnSpPr>
          <p:nvPr/>
        </p:nvCxnSpPr>
        <p:spPr>
          <a:xfrm>
            <a:off x="10176404" y="3155042"/>
            <a:ext cx="147570" cy="207690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ector reto 137">
            <a:extLst>
              <a:ext uri="{FF2B5EF4-FFF2-40B4-BE49-F238E27FC236}">
                <a16:creationId xmlns:a16="http://schemas.microsoft.com/office/drawing/2014/main" id="{69AFBD8B-0E1A-6FD2-A5EF-C18ABFD5C43E}"/>
              </a:ext>
            </a:extLst>
          </p:cNvPr>
          <p:cNvCxnSpPr>
            <a:cxnSpLocks/>
            <a:stCxn id="133" idx="3"/>
            <a:endCxn id="127" idx="7"/>
          </p:cNvCxnSpPr>
          <p:nvPr/>
        </p:nvCxnSpPr>
        <p:spPr>
          <a:xfrm flipH="1">
            <a:off x="11061203" y="3151028"/>
            <a:ext cx="146833" cy="209467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ector reto 138">
            <a:extLst>
              <a:ext uri="{FF2B5EF4-FFF2-40B4-BE49-F238E27FC236}">
                <a16:creationId xmlns:a16="http://schemas.microsoft.com/office/drawing/2014/main" id="{5DBDA5A9-0F9F-BC02-D716-6577EDB93342}"/>
              </a:ext>
            </a:extLst>
          </p:cNvPr>
          <p:cNvCxnSpPr>
            <a:cxnSpLocks/>
            <a:stCxn id="133" idx="5"/>
            <a:endCxn id="128" idx="1"/>
          </p:cNvCxnSpPr>
          <p:nvPr/>
        </p:nvCxnSpPr>
        <p:spPr>
          <a:xfrm>
            <a:off x="11357132" y="3151028"/>
            <a:ext cx="147869" cy="211704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Elipse 140">
            <a:extLst>
              <a:ext uri="{FF2B5EF4-FFF2-40B4-BE49-F238E27FC236}">
                <a16:creationId xmlns:a16="http://schemas.microsoft.com/office/drawing/2014/main" id="{3348FA05-26CC-5B9A-4B40-5EAAEA6FA2DB}"/>
              </a:ext>
            </a:extLst>
          </p:cNvPr>
          <p:cNvSpPr/>
          <p:nvPr/>
        </p:nvSpPr>
        <p:spPr>
          <a:xfrm>
            <a:off x="2111638" y="2088318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F</a:t>
            </a:r>
          </a:p>
        </p:txBody>
      </p:sp>
      <p:sp>
        <p:nvSpPr>
          <p:cNvPr id="142" name="Elipse 141">
            <a:extLst>
              <a:ext uri="{FF2B5EF4-FFF2-40B4-BE49-F238E27FC236}">
                <a16:creationId xmlns:a16="http://schemas.microsoft.com/office/drawing/2014/main" id="{C80B07E2-1AB3-70F2-9002-33F14A4AE0C2}"/>
              </a:ext>
            </a:extLst>
          </p:cNvPr>
          <p:cNvSpPr/>
          <p:nvPr/>
        </p:nvSpPr>
        <p:spPr>
          <a:xfrm>
            <a:off x="2704531" y="2090555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G</a:t>
            </a:r>
          </a:p>
        </p:txBody>
      </p:sp>
      <p:sp>
        <p:nvSpPr>
          <p:cNvPr id="143" name="Elipse 142">
            <a:extLst>
              <a:ext uri="{FF2B5EF4-FFF2-40B4-BE49-F238E27FC236}">
                <a16:creationId xmlns:a16="http://schemas.microsoft.com/office/drawing/2014/main" id="{AF3E5E3F-74FA-57FB-FC73-522FE511E3BB}"/>
              </a:ext>
            </a:extLst>
          </p:cNvPr>
          <p:cNvSpPr/>
          <p:nvPr/>
        </p:nvSpPr>
        <p:spPr>
          <a:xfrm>
            <a:off x="933246" y="2086081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D</a:t>
            </a:r>
          </a:p>
        </p:txBody>
      </p:sp>
      <p:sp>
        <p:nvSpPr>
          <p:cNvPr id="144" name="Elipse 143">
            <a:extLst>
              <a:ext uri="{FF2B5EF4-FFF2-40B4-BE49-F238E27FC236}">
                <a16:creationId xmlns:a16="http://schemas.microsoft.com/office/drawing/2014/main" id="{AE936883-AD0E-E1D3-F91F-4DA4F8182B37}"/>
              </a:ext>
            </a:extLst>
          </p:cNvPr>
          <p:cNvSpPr/>
          <p:nvPr/>
        </p:nvSpPr>
        <p:spPr>
          <a:xfrm>
            <a:off x="1523505" y="2090555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E</a:t>
            </a:r>
          </a:p>
        </p:txBody>
      </p:sp>
      <p:sp>
        <p:nvSpPr>
          <p:cNvPr id="145" name="Elipse 144">
            <a:extLst>
              <a:ext uri="{FF2B5EF4-FFF2-40B4-BE49-F238E27FC236}">
                <a16:creationId xmlns:a16="http://schemas.microsoft.com/office/drawing/2014/main" id="{1A472E0C-2623-553D-3E91-1EA66067295E}"/>
              </a:ext>
            </a:extLst>
          </p:cNvPr>
          <p:cNvSpPr/>
          <p:nvPr/>
        </p:nvSpPr>
        <p:spPr>
          <a:xfrm>
            <a:off x="1226839" y="1756263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B</a:t>
            </a:r>
          </a:p>
        </p:txBody>
      </p:sp>
      <p:sp>
        <p:nvSpPr>
          <p:cNvPr id="146" name="Elipse 145">
            <a:extLst>
              <a:ext uri="{FF2B5EF4-FFF2-40B4-BE49-F238E27FC236}">
                <a16:creationId xmlns:a16="http://schemas.microsoft.com/office/drawing/2014/main" id="{471E0362-5DFE-0B56-96C6-41979B3FD26D}"/>
              </a:ext>
            </a:extLst>
          </p:cNvPr>
          <p:cNvSpPr/>
          <p:nvPr/>
        </p:nvSpPr>
        <p:spPr>
          <a:xfrm>
            <a:off x="1819732" y="1373678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rgbClr val="000050"/>
                </a:solidFill>
              </a:rPr>
              <a:t>A</a:t>
            </a:r>
          </a:p>
        </p:txBody>
      </p:sp>
      <p:sp>
        <p:nvSpPr>
          <p:cNvPr id="147" name="Elipse 146">
            <a:extLst>
              <a:ext uri="{FF2B5EF4-FFF2-40B4-BE49-F238E27FC236}">
                <a16:creationId xmlns:a16="http://schemas.microsoft.com/office/drawing/2014/main" id="{809EE29B-70BC-824A-99D6-6E87E89FBDB9}"/>
              </a:ext>
            </a:extLst>
          </p:cNvPr>
          <p:cNvSpPr/>
          <p:nvPr/>
        </p:nvSpPr>
        <p:spPr>
          <a:xfrm>
            <a:off x="2407567" y="1752250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C</a:t>
            </a:r>
          </a:p>
        </p:txBody>
      </p:sp>
      <p:cxnSp>
        <p:nvCxnSpPr>
          <p:cNvPr id="148" name="Conector reto 147">
            <a:extLst>
              <a:ext uri="{FF2B5EF4-FFF2-40B4-BE49-F238E27FC236}">
                <a16:creationId xmlns:a16="http://schemas.microsoft.com/office/drawing/2014/main" id="{ECE8A960-08BB-B0A4-665C-B213C9064210}"/>
              </a:ext>
            </a:extLst>
          </p:cNvPr>
          <p:cNvCxnSpPr>
            <a:cxnSpLocks/>
            <a:stCxn id="146" idx="5"/>
            <a:endCxn id="147" idx="1"/>
          </p:cNvCxnSpPr>
          <p:nvPr/>
        </p:nvCxnSpPr>
        <p:spPr>
          <a:xfrm>
            <a:off x="1999706" y="1526500"/>
            <a:ext cx="438739" cy="251970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ector reto 148">
            <a:extLst>
              <a:ext uri="{FF2B5EF4-FFF2-40B4-BE49-F238E27FC236}">
                <a16:creationId xmlns:a16="http://schemas.microsoft.com/office/drawing/2014/main" id="{AFC77CEB-9A73-9520-6BC3-44D7C7A494D1}"/>
              </a:ext>
            </a:extLst>
          </p:cNvPr>
          <p:cNvCxnSpPr>
            <a:cxnSpLocks/>
            <a:stCxn id="146" idx="3"/>
            <a:endCxn id="145" idx="7"/>
          </p:cNvCxnSpPr>
          <p:nvPr/>
        </p:nvCxnSpPr>
        <p:spPr>
          <a:xfrm flipH="1">
            <a:off x="1406813" y="1526500"/>
            <a:ext cx="443798" cy="255984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ector reto 149">
            <a:extLst>
              <a:ext uri="{FF2B5EF4-FFF2-40B4-BE49-F238E27FC236}">
                <a16:creationId xmlns:a16="http://schemas.microsoft.com/office/drawing/2014/main" id="{09F78A6B-4245-F151-85F2-1B69BBDB444A}"/>
              </a:ext>
            </a:extLst>
          </p:cNvPr>
          <p:cNvCxnSpPr>
            <a:stCxn id="145" idx="3"/>
            <a:endCxn id="143" idx="7"/>
          </p:cNvCxnSpPr>
          <p:nvPr/>
        </p:nvCxnSpPr>
        <p:spPr>
          <a:xfrm flipH="1">
            <a:off x="1113221" y="1909085"/>
            <a:ext cx="144497" cy="203216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ector reto 150">
            <a:extLst>
              <a:ext uri="{FF2B5EF4-FFF2-40B4-BE49-F238E27FC236}">
                <a16:creationId xmlns:a16="http://schemas.microsoft.com/office/drawing/2014/main" id="{23CBD5DE-21CA-5934-2DAC-5F094F82A3EC}"/>
              </a:ext>
            </a:extLst>
          </p:cNvPr>
          <p:cNvCxnSpPr>
            <a:stCxn id="145" idx="5"/>
            <a:endCxn id="144" idx="1"/>
          </p:cNvCxnSpPr>
          <p:nvPr/>
        </p:nvCxnSpPr>
        <p:spPr>
          <a:xfrm>
            <a:off x="1406813" y="1909085"/>
            <a:ext cx="147570" cy="207690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ector reto 151">
            <a:extLst>
              <a:ext uri="{FF2B5EF4-FFF2-40B4-BE49-F238E27FC236}">
                <a16:creationId xmlns:a16="http://schemas.microsoft.com/office/drawing/2014/main" id="{19EABACE-547E-AE8D-9584-8D7131ED0145}"/>
              </a:ext>
            </a:extLst>
          </p:cNvPr>
          <p:cNvCxnSpPr>
            <a:cxnSpLocks/>
            <a:stCxn id="147" idx="3"/>
            <a:endCxn id="141" idx="7"/>
          </p:cNvCxnSpPr>
          <p:nvPr/>
        </p:nvCxnSpPr>
        <p:spPr>
          <a:xfrm flipH="1">
            <a:off x="2291612" y="1905071"/>
            <a:ext cx="146833" cy="209467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ector reto 152">
            <a:extLst>
              <a:ext uri="{FF2B5EF4-FFF2-40B4-BE49-F238E27FC236}">
                <a16:creationId xmlns:a16="http://schemas.microsoft.com/office/drawing/2014/main" id="{27C3319E-E38A-4C9E-AC2D-BC86615C15F5}"/>
              </a:ext>
            </a:extLst>
          </p:cNvPr>
          <p:cNvCxnSpPr>
            <a:cxnSpLocks/>
            <a:stCxn id="147" idx="5"/>
            <a:endCxn id="142" idx="1"/>
          </p:cNvCxnSpPr>
          <p:nvPr/>
        </p:nvCxnSpPr>
        <p:spPr>
          <a:xfrm>
            <a:off x="2587541" y="1905071"/>
            <a:ext cx="147869" cy="211704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Seta: para a Direita 153">
            <a:extLst>
              <a:ext uri="{FF2B5EF4-FFF2-40B4-BE49-F238E27FC236}">
                <a16:creationId xmlns:a16="http://schemas.microsoft.com/office/drawing/2014/main" id="{837A2477-9018-2BB8-7A9B-9FFAF291D49A}"/>
              </a:ext>
            </a:extLst>
          </p:cNvPr>
          <p:cNvSpPr/>
          <p:nvPr/>
        </p:nvSpPr>
        <p:spPr>
          <a:xfrm>
            <a:off x="1661260" y="1407603"/>
            <a:ext cx="108405" cy="99158"/>
          </a:xfrm>
          <a:prstGeom prst="rightArrow">
            <a:avLst/>
          </a:prstGeom>
          <a:solidFill>
            <a:srgbClr val="FF505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/>
          </a:p>
        </p:txBody>
      </p:sp>
      <p:sp>
        <p:nvSpPr>
          <p:cNvPr id="155" name="Elipse 154">
            <a:extLst>
              <a:ext uri="{FF2B5EF4-FFF2-40B4-BE49-F238E27FC236}">
                <a16:creationId xmlns:a16="http://schemas.microsoft.com/office/drawing/2014/main" id="{4C016409-EFD0-C8C6-6DC1-D7A9FA893977}"/>
              </a:ext>
            </a:extLst>
          </p:cNvPr>
          <p:cNvSpPr/>
          <p:nvPr/>
        </p:nvSpPr>
        <p:spPr>
          <a:xfrm>
            <a:off x="5009888" y="2089148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F</a:t>
            </a:r>
          </a:p>
        </p:txBody>
      </p:sp>
      <p:sp>
        <p:nvSpPr>
          <p:cNvPr id="156" name="Elipse 155">
            <a:extLst>
              <a:ext uri="{FF2B5EF4-FFF2-40B4-BE49-F238E27FC236}">
                <a16:creationId xmlns:a16="http://schemas.microsoft.com/office/drawing/2014/main" id="{28B37194-A448-FD2E-144E-7C0636DE8515}"/>
              </a:ext>
            </a:extLst>
          </p:cNvPr>
          <p:cNvSpPr/>
          <p:nvPr/>
        </p:nvSpPr>
        <p:spPr>
          <a:xfrm>
            <a:off x="5602781" y="2091385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G</a:t>
            </a:r>
          </a:p>
        </p:txBody>
      </p:sp>
      <p:sp>
        <p:nvSpPr>
          <p:cNvPr id="157" name="Elipse 156">
            <a:extLst>
              <a:ext uri="{FF2B5EF4-FFF2-40B4-BE49-F238E27FC236}">
                <a16:creationId xmlns:a16="http://schemas.microsoft.com/office/drawing/2014/main" id="{D2B4959B-E8EF-111B-2675-20CBBF645819}"/>
              </a:ext>
            </a:extLst>
          </p:cNvPr>
          <p:cNvSpPr/>
          <p:nvPr/>
        </p:nvSpPr>
        <p:spPr>
          <a:xfrm>
            <a:off x="3831496" y="2086911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D</a:t>
            </a:r>
          </a:p>
        </p:txBody>
      </p:sp>
      <p:sp>
        <p:nvSpPr>
          <p:cNvPr id="158" name="Elipse 157">
            <a:extLst>
              <a:ext uri="{FF2B5EF4-FFF2-40B4-BE49-F238E27FC236}">
                <a16:creationId xmlns:a16="http://schemas.microsoft.com/office/drawing/2014/main" id="{7F3D78E4-B0A8-FB70-5D34-70FCECA0DA4D}"/>
              </a:ext>
            </a:extLst>
          </p:cNvPr>
          <p:cNvSpPr/>
          <p:nvPr/>
        </p:nvSpPr>
        <p:spPr>
          <a:xfrm>
            <a:off x="4421755" y="2091385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E</a:t>
            </a:r>
          </a:p>
        </p:txBody>
      </p:sp>
      <p:sp>
        <p:nvSpPr>
          <p:cNvPr id="159" name="Elipse 158">
            <a:extLst>
              <a:ext uri="{FF2B5EF4-FFF2-40B4-BE49-F238E27FC236}">
                <a16:creationId xmlns:a16="http://schemas.microsoft.com/office/drawing/2014/main" id="{67526B14-D412-E8AE-6372-DAA5EF6AC874}"/>
              </a:ext>
            </a:extLst>
          </p:cNvPr>
          <p:cNvSpPr/>
          <p:nvPr/>
        </p:nvSpPr>
        <p:spPr>
          <a:xfrm>
            <a:off x="4125089" y="1757093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160" name="Elipse 159">
            <a:extLst>
              <a:ext uri="{FF2B5EF4-FFF2-40B4-BE49-F238E27FC236}">
                <a16:creationId xmlns:a16="http://schemas.microsoft.com/office/drawing/2014/main" id="{0F2ED32E-56D2-F0AD-BD99-56CD96DC9BDD}"/>
              </a:ext>
            </a:extLst>
          </p:cNvPr>
          <p:cNvSpPr/>
          <p:nvPr/>
        </p:nvSpPr>
        <p:spPr>
          <a:xfrm>
            <a:off x="4717982" y="1374508"/>
            <a:ext cx="210853" cy="179042"/>
          </a:xfrm>
          <a:prstGeom prst="ellipse">
            <a:avLst/>
          </a:prstGeom>
          <a:solidFill>
            <a:srgbClr val="FFFF00"/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rgbClr val="000050"/>
                </a:solidFill>
              </a:rPr>
              <a:t>A</a:t>
            </a:r>
          </a:p>
        </p:txBody>
      </p:sp>
      <p:sp>
        <p:nvSpPr>
          <p:cNvPr id="161" name="Elipse 160">
            <a:extLst>
              <a:ext uri="{FF2B5EF4-FFF2-40B4-BE49-F238E27FC236}">
                <a16:creationId xmlns:a16="http://schemas.microsoft.com/office/drawing/2014/main" id="{199F962A-E43D-8929-FB46-22A07BE053DE}"/>
              </a:ext>
            </a:extLst>
          </p:cNvPr>
          <p:cNvSpPr/>
          <p:nvPr/>
        </p:nvSpPr>
        <p:spPr>
          <a:xfrm>
            <a:off x="5305817" y="1753080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/>
                </a:solidFill>
              </a:rPr>
              <a:t>C</a:t>
            </a:r>
          </a:p>
        </p:txBody>
      </p:sp>
      <p:cxnSp>
        <p:nvCxnSpPr>
          <p:cNvPr id="162" name="Conector reto 161">
            <a:extLst>
              <a:ext uri="{FF2B5EF4-FFF2-40B4-BE49-F238E27FC236}">
                <a16:creationId xmlns:a16="http://schemas.microsoft.com/office/drawing/2014/main" id="{89FC3CA1-233C-4A01-3534-A5078D08A145}"/>
              </a:ext>
            </a:extLst>
          </p:cNvPr>
          <p:cNvCxnSpPr>
            <a:cxnSpLocks/>
            <a:stCxn id="160" idx="5"/>
            <a:endCxn id="161" idx="1"/>
          </p:cNvCxnSpPr>
          <p:nvPr/>
        </p:nvCxnSpPr>
        <p:spPr>
          <a:xfrm>
            <a:off x="4897956" y="1527330"/>
            <a:ext cx="438739" cy="251970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ector reto 162">
            <a:extLst>
              <a:ext uri="{FF2B5EF4-FFF2-40B4-BE49-F238E27FC236}">
                <a16:creationId xmlns:a16="http://schemas.microsoft.com/office/drawing/2014/main" id="{7614F861-9C87-8A9B-1EDB-37A218714214}"/>
              </a:ext>
            </a:extLst>
          </p:cNvPr>
          <p:cNvCxnSpPr>
            <a:cxnSpLocks/>
            <a:stCxn id="160" idx="3"/>
            <a:endCxn id="159" idx="7"/>
          </p:cNvCxnSpPr>
          <p:nvPr/>
        </p:nvCxnSpPr>
        <p:spPr>
          <a:xfrm flipH="1">
            <a:off x="4305063" y="1527330"/>
            <a:ext cx="443798" cy="255984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ector reto 163">
            <a:extLst>
              <a:ext uri="{FF2B5EF4-FFF2-40B4-BE49-F238E27FC236}">
                <a16:creationId xmlns:a16="http://schemas.microsoft.com/office/drawing/2014/main" id="{B5386DD2-7982-40E8-0A17-D6A3E456C0E9}"/>
              </a:ext>
            </a:extLst>
          </p:cNvPr>
          <p:cNvCxnSpPr>
            <a:stCxn id="159" idx="3"/>
            <a:endCxn id="157" idx="7"/>
          </p:cNvCxnSpPr>
          <p:nvPr/>
        </p:nvCxnSpPr>
        <p:spPr>
          <a:xfrm flipH="1">
            <a:off x="4011471" y="1909915"/>
            <a:ext cx="144497" cy="203216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ector reto 164">
            <a:extLst>
              <a:ext uri="{FF2B5EF4-FFF2-40B4-BE49-F238E27FC236}">
                <a16:creationId xmlns:a16="http://schemas.microsoft.com/office/drawing/2014/main" id="{06073DC4-9A3E-34A1-659E-64F56FEE9EE7}"/>
              </a:ext>
            </a:extLst>
          </p:cNvPr>
          <p:cNvCxnSpPr>
            <a:stCxn id="159" idx="5"/>
            <a:endCxn id="158" idx="1"/>
          </p:cNvCxnSpPr>
          <p:nvPr/>
        </p:nvCxnSpPr>
        <p:spPr>
          <a:xfrm>
            <a:off x="4305063" y="1909915"/>
            <a:ext cx="147570" cy="207690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ector reto 165">
            <a:extLst>
              <a:ext uri="{FF2B5EF4-FFF2-40B4-BE49-F238E27FC236}">
                <a16:creationId xmlns:a16="http://schemas.microsoft.com/office/drawing/2014/main" id="{32746874-1D32-F4C2-AE45-980FE4060364}"/>
              </a:ext>
            </a:extLst>
          </p:cNvPr>
          <p:cNvCxnSpPr>
            <a:cxnSpLocks/>
            <a:stCxn id="161" idx="3"/>
            <a:endCxn id="155" idx="7"/>
          </p:cNvCxnSpPr>
          <p:nvPr/>
        </p:nvCxnSpPr>
        <p:spPr>
          <a:xfrm flipH="1">
            <a:off x="5189862" y="1905901"/>
            <a:ext cx="146833" cy="209467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ector reto 166">
            <a:extLst>
              <a:ext uri="{FF2B5EF4-FFF2-40B4-BE49-F238E27FC236}">
                <a16:creationId xmlns:a16="http://schemas.microsoft.com/office/drawing/2014/main" id="{4B8AF332-C682-7FB8-EBC0-9D442D113F2F}"/>
              </a:ext>
            </a:extLst>
          </p:cNvPr>
          <p:cNvCxnSpPr>
            <a:cxnSpLocks/>
            <a:stCxn id="161" idx="5"/>
            <a:endCxn id="156" idx="1"/>
          </p:cNvCxnSpPr>
          <p:nvPr/>
        </p:nvCxnSpPr>
        <p:spPr>
          <a:xfrm>
            <a:off x="5485791" y="1905901"/>
            <a:ext cx="147869" cy="211704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Seta: para a Direita 167">
            <a:extLst>
              <a:ext uri="{FF2B5EF4-FFF2-40B4-BE49-F238E27FC236}">
                <a16:creationId xmlns:a16="http://schemas.microsoft.com/office/drawing/2014/main" id="{F3A5E6D9-24E3-239D-81A5-2BE586F8420E}"/>
              </a:ext>
            </a:extLst>
          </p:cNvPr>
          <p:cNvSpPr/>
          <p:nvPr/>
        </p:nvSpPr>
        <p:spPr>
          <a:xfrm>
            <a:off x="3931259" y="1738047"/>
            <a:ext cx="108405" cy="99158"/>
          </a:xfrm>
          <a:prstGeom prst="rightArrow">
            <a:avLst/>
          </a:prstGeom>
          <a:solidFill>
            <a:srgbClr val="FF505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/>
          </a:p>
        </p:txBody>
      </p:sp>
      <p:sp>
        <p:nvSpPr>
          <p:cNvPr id="169" name="Elipse 168">
            <a:extLst>
              <a:ext uri="{FF2B5EF4-FFF2-40B4-BE49-F238E27FC236}">
                <a16:creationId xmlns:a16="http://schemas.microsoft.com/office/drawing/2014/main" id="{982A53C4-426D-2CD1-6E21-C81AAAEF1BA9}"/>
              </a:ext>
            </a:extLst>
          </p:cNvPr>
          <p:cNvSpPr/>
          <p:nvPr/>
        </p:nvSpPr>
        <p:spPr>
          <a:xfrm>
            <a:off x="7888341" y="2071882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F</a:t>
            </a:r>
          </a:p>
        </p:txBody>
      </p:sp>
      <p:sp>
        <p:nvSpPr>
          <p:cNvPr id="170" name="Elipse 169">
            <a:extLst>
              <a:ext uri="{FF2B5EF4-FFF2-40B4-BE49-F238E27FC236}">
                <a16:creationId xmlns:a16="http://schemas.microsoft.com/office/drawing/2014/main" id="{B674CAF4-D850-C667-372C-EB5EAF354562}"/>
              </a:ext>
            </a:extLst>
          </p:cNvPr>
          <p:cNvSpPr/>
          <p:nvPr/>
        </p:nvSpPr>
        <p:spPr>
          <a:xfrm>
            <a:off x="8481234" y="2074119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G</a:t>
            </a:r>
          </a:p>
        </p:txBody>
      </p:sp>
      <p:sp>
        <p:nvSpPr>
          <p:cNvPr id="171" name="Elipse 170">
            <a:extLst>
              <a:ext uri="{FF2B5EF4-FFF2-40B4-BE49-F238E27FC236}">
                <a16:creationId xmlns:a16="http://schemas.microsoft.com/office/drawing/2014/main" id="{A19EE962-885F-CD6F-4D32-2093F0052EA7}"/>
              </a:ext>
            </a:extLst>
          </p:cNvPr>
          <p:cNvSpPr/>
          <p:nvPr/>
        </p:nvSpPr>
        <p:spPr>
          <a:xfrm>
            <a:off x="6709949" y="2069645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/>
                </a:solidFill>
              </a:rPr>
              <a:t>D</a:t>
            </a:r>
          </a:p>
        </p:txBody>
      </p:sp>
      <p:sp>
        <p:nvSpPr>
          <p:cNvPr id="172" name="Elipse 171">
            <a:extLst>
              <a:ext uri="{FF2B5EF4-FFF2-40B4-BE49-F238E27FC236}">
                <a16:creationId xmlns:a16="http://schemas.microsoft.com/office/drawing/2014/main" id="{ED281BD3-3133-3690-762F-6A3D800EE293}"/>
              </a:ext>
            </a:extLst>
          </p:cNvPr>
          <p:cNvSpPr/>
          <p:nvPr/>
        </p:nvSpPr>
        <p:spPr>
          <a:xfrm>
            <a:off x="7300208" y="2074119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/>
                </a:solidFill>
              </a:rPr>
              <a:t>E</a:t>
            </a:r>
          </a:p>
        </p:txBody>
      </p:sp>
      <p:sp>
        <p:nvSpPr>
          <p:cNvPr id="173" name="Elipse 172">
            <a:extLst>
              <a:ext uri="{FF2B5EF4-FFF2-40B4-BE49-F238E27FC236}">
                <a16:creationId xmlns:a16="http://schemas.microsoft.com/office/drawing/2014/main" id="{6685D55F-03B9-22EA-5E1B-A2161DA2C4CF}"/>
              </a:ext>
            </a:extLst>
          </p:cNvPr>
          <p:cNvSpPr/>
          <p:nvPr/>
        </p:nvSpPr>
        <p:spPr>
          <a:xfrm>
            <a:off x="7003542" y="1739827"/>
            <a:ext cx="210853" cy="179042"/>
          </a:xfrm>
          <a:prstGeom prst="ellipse">
            <a:avLst/>
          </a:prstGeom>
          <a:solidFill>
            <a:srgbClr val="FFFF0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174" name="Elipse 173">
            <a:extLst>
              <a:ext uri="{FF2B5EF4-FFF2-40B4-BE49-F238E27FC236}">
                <a16:creationId xmlns:a16="http://schemas.microsoft.com/office/drawing/2014/main" id="{8D78E79E-B7A9-E97A-A269-A863DA2F97D1}"/>
              </a:ext>
            </a:extLst>
          </p:cNvPr>
          <p:cNvSpPr/>
          <p:nvPr/>
        </p:nvSpPr>
        <p:spPr>
          <a:xfrm>
            <a:off x="7596435" y="1357242"/>
            <a:ext cx="210853" cy="179042"/>
          </a:xfrm>
          <a:prstGeom prst="ellipse">
            <a:avLst/>
          </a:prstGeom>
          <a:solidFill>
            <a:srgbClr val="FFFF00"/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rgbClr val="000050"/>
                </a:solidFill>
              </a:rPr>
              <a:t>A</a:t>
            </a:r>
          </a:p>
        </p:txBody>
      </p:sp>
      <p:sp>
        <p:nvSpPr>
          <p:cNvPr id="175" name="Elipse 174">
            <a:extLst>
              <a:ext uri="{FF2B5EF4-FFF2-40B4-BE49-F238E27FC236}">
                <a16:creationId xmlns:a16="http://schemas.microsoft.com/office/drawing/2014/main" id="{E4010D6C-108A-D8BC-103E-9F38B4E914BC}"/>
              </a:ext>
            </a:extLst>
          </p:cNvPr>
          <p:cNvSpPr/>
          <p:nvPr/>
        </p:nvSpPr>
        <p:spPr>
          <a:xfrm>
            <a:off x="8184270" y="1735814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/>
                </a:solidFill>
              </a:rPr>
              <a:t>C</a:t>
            </a:r>
          </a:p>
        </p:txBody>
      </p:sp>
      <p:cxnSp>
        <p:nvCxnSpPr>
          <p:cNvPr id="176" name="Conector reto 175">
            <a:extLst>
              <a:ext uri="{FF2B5EF4-FFF2-40B4-BE49-F238E27FC236}">
                <a16:creationId xmlns:a16="http://schemas.microsoft.com/office/drawing/2014/main" id="{646349C0-69C7-99B7-EBBB-46C2D80BDA41}"/>
              </a:ext>
            </a:extLst>
          </p:cNvPr>
          <p:cNvCxnSpPr>
            <a:cxnSpLocks/>
            <a:stCxn id="174" idx="5"/>
            <a:endCxn id="175" idx="1"/>
          </p:cNvCxnSpPr>
          <p:nvPr/>
        </p:nvCxnSpPr>
        <p:spPr>
          <a:xfrm>
            <a:off x="7776409" y="1510064"/>
            <a:ext cx="438739" cy="251970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ector reto 176">
            <a:extLst>
              <a:ext uri="{FF2B5EF4-FFF2-40B4-BE49-F238E27FC236}">
                <a16:creationId xmlns:a16="http://schemas.microsoft.com/office/drawing/2014/main" id="{02472BFC-D0CD-35D3-27C8-25DE0D6FFD5D}"/>
              </a:ext>
            </a:extLst>
          </p:cNvPr>
          <p:cNvCxnSpPr>
            <a:cxnSpLocks/>
            <a:stCxn id="174" idx="3"/>
            <a:endCxn id="173" idx="7"/>
          </p:cNvCxnSpPr>
          <p:nvPr/>
        </p:nvCxnSpPr>
        <p:spPr>
          <a:xfrm flipH="1">
            <a:off x="7183516" y="1510064"/>
            <a:ext cx="443798" cy="255984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ector reto 177">
            <a:extLst>
              <a:ext uri="{FF2B5EF4-FFF2-40B4-BE49-F238E27FC236}">
                <a16:creationId xmlns:a16="http://schemas.microsoft.com/office/drawing/2014/main" id="{8CA8AEBC-D359-5E9F-F805-2FB07B2FD7AD}"/>
              </a:ext>
            </a:extLst>
          </p:cNvPr>
          <p:cNvCxnSpPr>
            <a:stCxn id="173" idx="3"/>
            <a:endCxn id="171" idx="7"/>
          </p:cNvCxnSpPr>
          <p:nvPr/>
        </p:nvCxnSpPr>
        <p:spPr>
          <a:xfrm flipH="1">
            <a:off x="6889924" y="1892649"/>
            <a:ext cx="144497" cy="203216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ector reto 178">
            <a:extLst>
              <a:ext uri="{FF2B5EF4-FFF2-40B4-BE49-F238E27FC236}">
                <a16:creationId xmlns:a16="http://schemas.microsoft.com/office/drawing/2014/main" id="{CB47513C-0FA7-3520-A151-450B1E4314F7}"/>
              </a:ext>
            </a:extLst>
          </p:cNvPr>
          <p:cNvCxnSpPr>
            <a:stCxn id="173" idx="5"/>
            <a:endCxn id="172" idx="1"/>
          </p:cNvCxnSpPr>
          <p:nvPr/>
        </p:nvCxnSpPr>
        <p:spPr>
          <a:xfrm>
            <a:off x="7183516" y="1892649"/>
            <a:ext cx="147570" cy="207690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ector reto 179">
            <a:extLst>
              <a:ext uri="{FF2B5EF4-FFF2-40B4-BE49-F238E27FC236}">
                <a16:creationId xmlns:a16="http://schemas.microsoft.com/office/drawing/2014/main" id="{B7554CE4-231F-FD4F-ED72-59D36442FCF3}"/>
              </a:ext>
            </a:extLst>
          </p:cNvPr>
          <p:cNvCxnSpPr>
            <a:cxnSpLocks/>
            <a:stCxn id="175" idx="3"/>
            <a:endCxn id="169" idx="7"/>
          </p:cNvCxnSpPr>
          <p:nvPr/>
        </p:nvCxnSpPr>
        <p:spPr>
          <a:xfrm flipH="1">
            <a:off x="8068315" y="1888635"/>
            <a:ext cx="146833" cy="209467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ector reto 180">
            <a:extLst>
              <a:ext uri="{FF2B5EF4-FFF2-40B4-BE49-F238E27FC236}">
                <a16:creationId xmlns:a16="http://schemas.microsoft.com/office/drawing/2014/main" id="{160E12C8-A851-174A-FD27-3D505EB2C685}"/>
              </a:ext>
            </a:extLst>
          </p:cNvPr>
          <p:cNvCxnSpPr>
            <a:cxnSpLocks/>
            <a:stCxn id="175" idx="5"/>
            <a:endCxn id="170" idx="1"/>
          </p:cNvCxnSpPr>
          <p:nvPr/>
        </p:nvCxnSpPr>
        <p:spPr>
          <a:xfrm>
            <a:off x="8364244" y="1888635"/>
            <a:ext cx="147869" cy="211704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Seta: para a Direita 181">
            <a:extLst>
              <a:ext uri="{FF2B5EF4-FFF2-40B4-BE49-F238E27FC236}">
                <a16:creationId xmlns:a16="http://schemas.microsoft.com/office/drawing/2014/main" id="{78C7F02D-B973-1D0D-8031-735F116BF5C6}"/>
              </a:ext>
            </a:extLst>
          </p:cNvPr>
          <p:cNvSpPr/>
          <p:nvPr/>
        </p:nvSpPr>
        <p:spPr>
          <a:xfrm>
            <a:off x="6480553" y="2127206"/>
            <a:ext cx="108405" cy="99158"/>
          </a:xfrm>
          <a:prstGeom prst="rightArrow">
            <a:avLst/>
          </a:prstGeom>
          <a:solidFill>
            <a:srgbClr val="FF505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/>
          </a:p>
        </p:txBody>
      </p:sp>
      <p:sp>
        <p:nvSpPr>
          <p:cNvPr id="183" name="Elipse 182">
            <a:extLst>
              <a:ext uri="{FF2B5EF4-FFF2-40B4-BE49-F238E27FC236}">
                <a16:creationId xmlns:a16="http://schemas.microsoft.com/office/drawing/2014/main" id="{B8B26470-E28F-766E-C3ED-841158C8B25D}"/>
              </a:ext>
            </a:extLst>
          </p:cNvPr>
          <p:cNvSpPr/>
          <p:nvPr/>
        </p:nvSpPr>
        <p:spPr>
          <a:xfrm>
            <a:off x="10795118" y="2066567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F</a:t>
            </a:r>
          </a:p>
        </p:txBody>
      </p:sp>
      <p:sp>
        <p:nvSpPr>
          <p:cNvPr id="184" name="Elipse 183">
            <a:extLst>
              <a:ext uri="{FF2B5EF4-FFF2-40B4-BE49-F238E27FC236}">
                <a16:creationId xmlns:a16="http://schemas.microsoft.com/office/drawing/2014/main" id="{75ACDC13-D2DE-A66B-DDBA-CFEAF167BE33}"/>
              </a:ext>
            </a:extLst>
          </p:cNvPr>
          <p:cNvSpPr/>
          <p:nvPr/>
        </p:nvSpPr>
        <p:spPr>
          <a:xfrm>
            <a:off x="11388011" y="2068804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G</a:t>
            </a:r>
          </a:p>
        </p:txBody>
      </p:sp>
      <p:sp>
        <p:nvSpPr>
          <p:cNvPr id="185" name="Elipse 184">
            <a:extLst>
              <a:ext uri="{FF2B5EF4-FFF2-40B4-BE49-F238E27FC236}">
                <a16:creationId xmlns:a16="http://schemas.microsoft.com/office/drawing/2014/main" id="{9C708497-8350-7174-CB04-7CD934E4152E}"/>
              </a:ext>
            </a:extLst>
          </p:cNvPr>
          <p:cNvSpPr/>
          <p:nvPr/>
        </p:nvSpPr>
        <p:spPr>
          <a:xfrm>
            <a:off x="9616726" y="2064330"/>
            <a:ext cx="210853" cy="179042"/>
          </a:xfrm>
          <a:prstGeom prst="ellipse">
            <a:avLst/>
          </a:prstGeom>
          <a:solidFill>
            <a:srgbClr val="00005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D</a:t>
            </a:r>
          </a:p>
        </p:txBody>
      </p:sp>
      <p:sp>
        <p:nvSpPr>
          <p:cNvPr id="186" name="Elipse 185">
            <a:extLst>
              <a:ext uri="{FF2B5EF4-FFF2-40B4-BE49-F238E27FC236}">
                <a16:creationId xmlns:a16="http://schemas.microsoft.com/office/drawing/2014/main" id="{4028C354-6E30-D775-18D0-7DAF1B97CE96}"/>
              </a:ext>
            </a:extLst>
          </p:cNvPr>
          <p:cNvSpPr/>
          <p:nvPr/>
        </p:nvSpPr>
        <p:spPr>
          <a:xfrm>
            <a:off x="10206985" y="2068804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E</a:t>
            </a:r>
          </a:p>
        </p:txBody>
      </p:sp>
      <p:sp>
        <p:nvSpPr>
          <p:cNvPr id="187" name="Elipse 186">
            <a:extLst>
              <a:ext uri="{FF2B5EF4-FFF2-40B4-BE49-F238E27FC236}">
                <a16:creationId xmlns:a16="http://schemas.microsoft.com/office/drawing/2014/main" id="{0B6EA98F-7114-A096-B9C1-2D60C1073C39}"/>
              </a:ext>
            </a:extLst>
          </p:cNvPr>
          <p:cNvSpPr/>
          <p:nvPr/>
        </p:nvSpPr>
        <p:spPr>
          <a:xfrm>
            <a:off x="9910319" y="1734512"/>
            <a:ext cx="210853" cy="179042"/>
          </a:xfrm>
          <a:prstGeom prst="ellipse">
            <a:avLst/>
          </a:prstGeom>
          <a:solidFill>
            <a:srgbClr val="FFFF00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B</a:t>
            </a:r>
          </a:p>
        </p:txBody>
      </p:sp>
      <p:sp>
        <p:nvSpPr>
          <p:cNvPr id="188" name="Elipse 187">
            <a:extLst>
              <a:ext uri="{FF2B5EF4-FFF2-40B4-BE49-F238E27FC236}">
                <a16:creationId xmlns:a16="http://schemas.microsoft.com/office/drawing/2014/main" id="{4E4F38B4-0FAF-E91F-0C73-CA35C3830970}"/>
              </a:ext>
            </a:extLst>
          </p:cNvPr>
          <p:cNvSpPr/>
          <p:nvPr/>
        </p:nvSpPr>
        <p:spPr>
          <a:xfrm>
            <a:off x="10503212" y="1351927"/>
            <a:ext cx="210853" cy="179042"/>
          </a:xfrm>
          <a:prstGeom prst="ellipse">
            <a:avLst/>
          </a:prstGeom>
          <a:solidFill>
            <a:srgbClr val="FFFF00"/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rgbClr val="000050"/>
                </a:solidFill>
              </a:rPr>
              <a:t>A</a:t>
            </a:r>
          </a:p>
        </p:txBody>
      </p:sp>
      <p:sp>
        <p:nvSpPr>
          <p:cNvPr id="189" name="Elipse 188">
            <a:extLst>
              <a:ext uri="{FF2B5EF4-FFF2-40B4-BE49-F238E27FC236}">
                <a16:creationId xmlns:a16="http://schemas.microsoft.com/office/drawing/2014/main" id="{6E099854-668F-6BE2-4B38-654FAFCD5E02}"/>
              </a:ext>
            </a:extLst>
          </p:cNvPr>
          <p:cNvSpPr/>
          <p:nvPr/>
        </p:nvSpPr>
        <p:spPr>
          <a:xfrm>
            <a:off x="11091047" y="1730499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C</a:t>
            </a:r>
          </a:p>
        </p:txBody>
      </p:sp>
      <p:cxnSp>
        <p:nvCxnSpPr>
          <p:cNvPr id="190" name="Conector reto 189">
            <a:extLst>
              <a:ext uri="{FF2B5EF4-FFF2-40B4-BE49-F238E27FC236}">
                <a16:creationId xmlns:a16="http://schemas.microsoft.com/office/drawing/2014/main" id="{8D8B6BF9-224C-59BE-908A-BC019E313934}"/>
              </a:ext>
            </a:extLst>
          </p:cNvPr>
          <p:cNvCxnSpPr>
            <a:cxnSpLocks/>
            <a:stCxn id="188" idx="5"/>
            <a:endCxn id="189" idx="1"/>
          </p:cNvCxnSpPr>
          <p:nvPr/>
        </p:nvCxnSpPr>
        <p:spPr>
          <a:xfrm>
            <a:off x="10683186" y="1504749"/>
            <a:ext cx="438739" cy="251970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ector reto 190">
            <a:extLst>
              <a:ext uri="{FF2B5EF4-FFF2-40B4-BE49-F238E27FC236}">
                <a16:creationId xmlns:a16="http://schemas.microsoft.com/office/drawing/2014/main" id="{8FA01D0F-33D7-3142-F233-7E43D6F93E70}"/>
              </a:ext>
            </a:extLst>
          </p:cNvPr>
          <p:cNvCxnSpPr>
            <a:cxnSpLocks/>
            <a:stCxn id="188" idx="3"/>
            <a:endCxn id="187" idx="7"/>
          </p:cNvCxnSpPr>
          <p:nvPr/>
        </p:nvCxnSpPr>
        <p:spPr>
          <a:xfrm flipH="1">
            <a:off x="10090293" y="1504749"/>
            <a:ext cx="443798" cy="255984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ector reto 191">
            <a:extLst>
              <a:ext uri="{FF2B5EF4-FFF2-40B4-BE49-F238E27FC236}">
                <a16:creationId xmlns:a16="http://schemas.microsoft.com/office/drawing/2014/main" id="{4D67F579-B0CE-4FE3-F768-AA9DB65874CD}"/>
              </a:ext>
            </a:extLst>
          </p:cNvPr>
          <p:cNvCxnSpPr>
            <a:stCxn id="187" idx="3"/>
            <a:endCxn id="185" idx="7"/>
          </p:cNvCxnSpPr>
          <p:nvPr/>
        </p:nvCxnSpPr>
        <p:spPr>
          <a:xfrm flipH="1">
            <a:off x="9796701" y="1887334"/>
            <a:ext cx="144497" cy="203216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ector reto 192">
            <a:extLst>
              <a:ext uri="{FF2B5EF4-FFF2-40B4-BE49-F238E27FC236}">
                <a16:creationId xmlns:a16="http://schemas.microsoft.com/office/drawing/2014/main" id="{CA143D6D-20C9-6BFD-EA67-5F1067FE0699}"/>
              </a:ext>
            </a:extLst>
          </p:cNvPr>
          <p:cNvCxnSpPr>
            <a:stCxn id="187" idx="5"/>
            <a:endCxn id="186" idx="1"/>
          </p:cNvCxnSpPr>
          <p:nvPr/>
        </p:nvCxnSpPr>
        <p:spPr>
          <a:xfrm>
            <a:off x="10090293" y="1887334"/>
            <a:ext cx="147570" cy="207690"/>
          </a:xfrm>
          <a:prstGeom prst="line">
            <a:avLst/>
          </a:prstGeom>
          <a:ln w="38100">
            <a:solidFill>
              <a:srgbClr val="00005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ector reto 193">
            <a:extLst>
              <a:ext uri="{FF2B5EF4-FFF2-40B4-BE49-F238E27FC236}">
                <a16:creationId xmlns:a16="http://schemas.microsoft.com/office/drawing/2014/main" id="{FB1808B2-5E41-8032-E486-F97AE9FB5C7A}"/>
              </a:ext>
            </a:extLst>
          </p:cNvPr>
          <p:cNvCxnSpPr>
            <a:cxnSpLocks/>
            <a:stCxn id="189" idx="3"/>
            <a:endCxn id="183" idx="7"/>
          </p:cNvCxnSpPr>
          <p:nvPr/>
        </p:nvCxnSpPr>
        <p:spPr>
          <a:xfrm flipH="1">
            <a:off x="10975092" y="1883320"/>
            <a:ext cx="146833" cy="209467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ector reto 194">
            <a:extLst>
              <a:ext uri="{FF2B5EF4-FFF2-40B4-BE49-F238E27FC236}">
                <a16:creationId xmlns:a16="http://schemas.microsoft.com/office/drawing/2014/main" id="{CE1C1384-8591-F137-7720-39D6CD72D210}"/>
              </a:ext>
            </a:extLst>
          </p:cNvPr>
          <p:cNvCxnSpPr>
            <a:cxnSpLocks/>
            <a:stCxn id="189" idx="5"/>
            <a:endCxn id="184" idx="1"/>
          </p:cNvCxnSpPr>
          <p:nvPr/>
        </p:nvCxnSpPr>
        <p:spPr>
          <a:xfrm>
            <a:off x="11271021" y="1883320"/>
            <a:ext cx="147869" cy="211704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Seta: para a Direita 195">
            <a:extLst>
              <a:ext uri="{FF2B5EF4-FFF2-40B4-BE49-F238E27FC236}">
                <a16:creationId xmlns:a16="http://schemas.microsoft.com/office/drawing/2014/main" id="{F914128F-A39F-C600-F91F-997715D2A15C}"/>
              </a:ext>
            </a:extLst>
          </p:cNvPr>
          <p:cNvSpPr/>
          <p:nvPr/>
        </p:nvSpPr>
        <p:spPr>
          <a:xfrm>
            <a:off x="9976410" y="2112228"/>
            <a:ext cx="108405" cy="99158"/>
          </a:xfrm>
          <a:prstGeom prst="rightArrow">
            <a:avLst/>
          </a:prstGeom>
          <a:solidFill>
            <a:srgbClr val="FF505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/>
          </a:p>
        </p:txBody>
      </p:sp>
      <p:sp>
        <p:nvSpPr>
          <p:cNvPr id="200" name="Elipse 199">
            <a:extLst>
              <a:ext uri="{FF2B5EF4-FFF2-40B4-BE49-F238E27FC236}">
                <a16:creationId xmlns:a16="http://schemas.microsoft.com/office/drawing/2014/main" id="{33AD362B-CCE6-A5C1-2021-44037B716549}"/>
              </a:ext>
            </a:extLst>
          </p:cNvPr>
          <p:cNvSpPr/>
          <p:nvPr/>
        </p:nvSpPr>
        <p:spPr>
          <a:xfrm>
            <a:off x="10870567" y="6167968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L</a:t>
            </a:r>
          </a:p>
        </p:txBody>
      </p:sp>
      <p:sp>
        <p:nvSpPr>
          <p:cNvPr id="201" name="Elipse 200">
            <a:extLst>
              <a:ext uri="{FF2B5EF4-FFF2-40B4-BE49-F238E27FC236}">
                <a16:creationId xmlns:a16="http://schemas.microsoft.com/office/drawing/2014/main" id="{DAB3AFA1-E89B-C8A6-5F31-2D4EC4703DCD}"/>
              </a:ext>
            </a:extLst>
          </p:cNvPr>
          <p:cNvSpPr/>
          <p:nvPr/>
        </p:nvSpPr>
        <p:spPr>
          <a:xfrm>
            <a:off x="11148841" y="6167968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M</a:t>
            </a:r>
          </a:p>
        </p:txBody>
      </p:sp>
      <p:sp>
        <p:nvSpPr>
          <p:cNvPr id="202" name="Elipse 201">
            <a:extLst>
              <a:ext uri="{FF2B5EF4-FFF2-40B4-BE49-F238E27FC236}">
                <a16:creationId xmlns:a16="http://schemas.microsoft.com/office/drawing/2014/main" id="{D523B5C0-2CC8-96EB-8CDB-7C764DB40CDB}"/>
              </a:ext>
            </a:extLst>
          </p:cNvPr>
          <p:cNvSpPr/>
          <p:nvPr/>
        </p:nvSpPr>
        <p:spPr>
          <a:xfrm>
            <a:off x="11460826" y="6167968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N</a:t>
            </a:r>
          </a:p>
        </p:txBody>
      </p:sp>
      <p:sp>
        <p:nvSpPr>
          <p:cNvPr id="203" name="Elipse 202">
            <a:extLst>
              <a:ext uri="{FF2B5EF4-FFF2-40B4-BE49-F238E27FC236}">
                <a16:creationId xmlns:a16="http://schemas.microsoft.com/office/drawing/2014/main" id="{F6583C43-3EDC-22DD-1D63-1E0C8180FA6F}"/>
              </a:ext>
            </a:extLst>
          </p:cNvPr>
          <p:cNvSpPr/>
          <p:nvPr/>
        </p:nvSpPr>
        <p:spPr>
          <a:xfrm>
            <a:off x="11739100" y="6167968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O</a:t>
            </a:r>
          </a:p>
        </p:txBody>
      </p:sp>
      <p:sp>
        <p:nvSpPr>
          <p:cNvPr id="204" name="Elipse 203">
            <a:extLst>
              <a:ext uri="{FF2B5EF4-FFF2-40B4-BE49-F238E27FC236}">
                <a16:creationId xmlns:a16="http://schemas.microsoft.com/office/drawing/2014/main" id="{C4008863-1342-C521-4618-7AD88F23DBAD}"/>
              </a:ext>
            </a:extLst>
          </p:cNvPr>
          <p:cNvSpPr/>
          <p:nvPr/>
        </p:nvSpPr>
        <p:spPr>
          <a:xfrm>
            <a:off x="9689541" y="6167968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H</a:t>
            </a:r>
          </a:p>
        </p:txBody>
      </p:sp>
      <p:sp>
        <p:nvSpPr>
          <p:cNvPr id="205" name="Elipse 204">
            <a:extLst>
              <a:ext uri="{FF2B5EF4-FFF2-40B4-BE49-F238E27FC236}">
                <a16:creationId xmlns:a16="http://schemas.microsoft.com/office/drawing/2014/main" id="{A886398B-83BB-6D47-5AEC-9FFD4D20ABD4}"/>
              </a:ext>
            </a:extLst>
          </p:cNvPr>
          <p:cNvSpPr/>
          <p:nvPr/>
        </p:nvSpPr>
        <p:spPr>
          <a:xfrm>
            <a:off x="9967815" y="6167968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I</a:t>
            </a:r>
          </a:p>
        </p:txBody>
      </p:sp>
      <p:sp>
        <p:nvSpPr>
          <p:cNvPr id="206" name="Elipse 205">
            <a:extLst>
              <a:ext uri="{FF2B5EF4-FFF2-40B4-BE49-F238E27FC236}">
                <a16:creationId xmlns:a16="http://schemas.microsoft.com/office/drawing/2014/main" id="{BDF8944F-F127-FA80-6FFE-112DC5A05BDD}"/>
              </a:ext>
            </a:extLst>
          </p:cNvPr>
          <p:cNvSpPr/>
          <p:nvPr/>
        </p:nvSpPr>
        <p:spPr>
          <a:xfrm>
            <a:off x="10279800" y="6167968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J</a:t>
            </a:r>
          </a:p>
        </p:txBody>
      </p:sp>
      <p:sp>
        <p:nvSpPr>
          <p:cNvPr id="207" name="Elipse 206">
            <a:extLst>
              <a:ext uri="{FF2B5EF4-FFF2-40B4-BE49-F238E27FC236}">
                <a16:creationId xmlns:a16="http://schemas.microsoft.com/office/drawing/2014/main" id="{C19BEE1C-2058-5416-575B-01AF29CFA28F}"/>
              </a:ext>
            </a:extLst>
          </p:cNvPr>
          <p:cNvSpPr/>
          <p:nvPr/>
        </p:nvSpPr>
        <p:spPr>
          <a:xfrm>
            <a:off x="10558074" y="6167968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K</a:t>
            </a:r>
          </a:p>
        </p:txBody>
      </p:sp>
      <p:sp>
        <p:nvSpPr>
          <p:cNvPr id="208" name="Elipse 207">
            <a:extLst>
              <a:ext uri="{FF2B5EF4-FFF2-40B4-BE49-F238E27FC236}">
                <a16:creationId xmlns:a16="http://schemas.microsoft.com/office/drawing/2014/main" id="{3087A9BE-6805-8C09-6B04-6907643FEDDB}"/>
              </a:ext>
            </a:extLst>
          </p:cNvPr>
          <p:cNvSpPr/>
          <p:nvPr/>
        </p:nvSpPr>
        <p:spPr>
          <a:xfrm>
            <a:off x="11008452" y="5848053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F</a:t>
            </a:r>
          </a:p>
        </p:txBody>
      </p:sp>
      <p:sp>
        <p:nvSpPr>
          <p:cNvPr id="209" name="Elipse 208">
            <a:extLst>
              <a:ext uri="{FF2B5EF4-FFF2-40B4-BE49-F238E27FC236}">
                <a16:creationId xmlns:a16="http://schemas.microsoft.com/office/drawing/2014/main" id="{ED855957-2C1C-CFFC-2719-0E0B37A6C3E7}"/>
              </a:ext>
            </a:extLst>
          </p:cNvPr>
          <p:cNvSpPr/>
          <p:nvPr/>
        </p:nvSpPr>
        <p:spPr>
          <a:xfrm>
            <a:off x="11601345" y="5850290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G</a:t>
            </a:r>
          </a:p>
        </p:txBody>
      </p:sp>
      <p:sp>
        <p:nvSpPr>
          <p:cNvPr id="210" name="Elipse 209">
            <a:extLst>
              <a:ext uri="{FF2B5EF4-FFF2-40B4-BE49-F238E27FC236}">
                <a16:creationId xmlns:a16="http://schemas.microsoft.com/office/drawing/2014/main" id="{A41B2E87-FF19-2F23-7731-41C8F688521F}"/>
              </a:ext>
            </a:extLst>
          </p:cNvPr>
          <p:cNvSpPr/>
          <p:nvPr/>
        </p:nvSpPr>
        <p:spPr>
          <a:xfrm>
            <a:off x="9830060" y="5845816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D</a:t>
            </a:r>
          </a:p>
        </p:txBody>
      </p:sp>
      <p:sp>
        <p:nvSpPr>
          <p:cNvPr id="211" name="Elipse 210">
            <a:extLst>
              <a:ext uri="{FF2B5EF4-FFF2-40B4-BE49-F238E27FC236}">
                <a16:creationId xmlns:a16="http://schemas.microsoft.com/office/drawing/2014/main" id="{EE5CC987-98BD-55D5-7CC6-67D01679B25B}"/>
              </a:ext>
            </a:extLst>
          </p:cNvPr>
          <p:cNvSpPr/>
          <p:nvPr/>
        </p:nvSpPr>
        <p:spPr>
          <a:xfrm>
            <a:off x="10420319" y="5850290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E</a:t>
            </a:r>
          </a:p>
        </p:txBody>
      </p:sp>
      <p:sp>
        <p:nvSpPr>
          <p:cNvPr id="212" name="Elipse 211">
            <a:extLst>
              <a:ext uri="{FF2B5EF4-FFF2-40B4-BE49-F238E27FC236}">
                <a16:creationId xmlns:a16="http://schemas.microsoft.com/office/drawing/2014/main" id="{FA7B58D6-A2F4-B502-F8AA-6BAC9D344BDD}"/>
              </a:ext>
            </a:extLst>
          </p:cNvPr>
          <p:cNvSpPr/>
          <p:nvPr/>
        </p:nvSpPr>
        <p:spPr>
          <a:xfrm>
            <a:off x="10123653" y="5515998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B</a:t>
            </a:r>
          </a:p>
        </p:txBody>
      </p:sp>
      <p:sp>
        <p:nvSpPr>
          <p:cNvPr id="213" name="Elipse 212">
            <a:extLst>
              <a:ext uri="{FF2B5EF4-FFF2-40B4-BE49-F238E27FC236}">
                <a16:creationId xmlns:a16="http://schemas.microsoft.com/office/drawing/2014/main" id="{770785DA-D7DC-4449-64F6-A946E907993E}"/>
              </a:ext>
            </a:extLst>
          </p:cNvPr>
          <p:cNvSpPr/>
          <p:nvPr/>
        </p:nvSpPr>
        <p:spPr>
          <a:xfrm>
            <a:off x="10716546" y="5133413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rgbClr val="000050"/>
                </a:solidFill>
              </a:rPr>
              <a:t>A</a:t>
            </a:r>
          </a:p>
        </p:txBody>
      </p:sp>
      <p:sp>
        <p:nvSpPr>
          <p:cNvPr id="214" name="Elipse 213">
            <a:extLst>
              <a:ext uri="{FF2B5EF4-FFF2-40B4-BE49-F238E27FC236}">
                <a16:creationId xmlns:a16="http://schemas.microsoft.com/office/drawing/2014/main" id="{0A20C653-382E-0930-EAA3-B6A20D9331B3}"/>
              </a:ext>
            </a:extLst>
          </p:cNvPr>
          <p:cNvSpPr/>
          <p:nvPr/>
        </p:nvSpPr>
        <p:spPr>
          <a:xfrm>
            <a:off x="11304381" y="5511985"/>
            <a:ext cx="210853" cy="1790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C</a:t>
            </a:r>
          </a:p>
        </p:txBody>
      </p:sp>
      <p:cxnSp>
        <p:nvCxnSpPr>
          <p:cNvPr id="215" name="Conector reto 214">
            <a:extLst>
              <a:ext uri="{FF2B5EF4-FFF2-40B4-BE49-F238E27FC236}">
                <a16:creationId xmlns:a16="http://schemas.microsoft.com/office/drawing/2014/main" id="{CDC47F8B-2F33-0711-EB7A-C57F73C177F8}"/>
              </a:ext>
            </a:extLst>
          </p:cNvPr>
          <p:cNvCxnSpPr>
            <a:cxnSpLocks/>
            <a:stCxn id="213" idx="5"/>
            <a:endCxn id="214" idx="1"/>
          </p:cNvCxnSpPr>
          <p:nvPr/>
        </p:nvCxnSpPr>
        <p:spPr>
          <a:xfrm>
            <a:off x="10896520" y="5286235"/>
            <a:ext cx="438739" cy="251970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ector reto 215">
            <a:extLst>
              <a:ext uri="{FF2B5EF4-FFF2-40B4-BE49-F238E27FC236}">
                <a16:creationId xmlns:a16="http://schemas.microsoft.com/office/drawing/2014/main" id="{9D4D41E9-52C9-EBEB-D161-78D07E216374}"/>
              </a:ext>
            </a:extLst>
          </p:cNvPr>
          <p:cNvCxnSpPr>
            <a:cxnSpLocks/>
            <a:stCxn id="213" idx="3"/>
            <a:endCxn id="212" idx="7"/>
          </p:cNvCxnSpPr>
          <p:nvPr/>
        </p:nvCxnSpPr>
        <p:spPr>
          <a:xfrm flipH="1">
            <a:off x="10303627" y="5286235"/>
            <a:ext cx="443798" cy="255984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ector reto 216">
            <a:extLst>
              <a:ext uri="{FF2B5EF4-FFF2-40B4-BE49-F238E27FC236}">
                <a16:creationId xmlns:a16="http://schemas.microsoft.com/office/drawing/2014/main" id="{220C633A-FC03-31ED-D9D7-2AA69ABAA988}"/>
              </a:ext>
            </a:extLst>
          </p:cNvPr>
          <p:cNvCxnSpPr>
            <a:cxnSpLocks/>
            <a:stCxn id="212" idx="3"/>
            <a:endCxn id="210" idx="7"/>
          </p:cNvCxnSpPr>
          <p:nvPr/>
        </p:nvCxnSpPr>
        <p:spPr>
          <a:xfrm flipH="1">
            <a:off x="10010035" y="5668820"/>
            <a:ext cx="144497" cy="203216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ector reto 217">
            <a:extLst>
              <a:ext uri="{FF2B5EF4-FFF2-40B4-BE49-F238E27FC236}">
                <a16:creationId xmlns:a16="http://schemas.microsoft.com/office/drawing/2014/main" id="{8B6D1936-C0B3-C9C8-B3CA-B7CD94B6A0DD}"/>
              </a:ext>
            </a:extLst>
          </p:cNvPr>
          <p:cNvCxnSpPr>
            <a:cxnSpLocks/>
            <a:stCxn id="212" idx="5"/>
            <a:endCxn id="211" idx="1"/>
          </p:cNvCxnSpPr>
          <p:nvPr/>
        </p:nvCxnSpPr>
        <p:spPr>
          <a:xfrm>
            <a:off x="10303627" y="5668820"/>
            <a:ext cx="147570" cy="207690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ector reto 218">
            <a:extLst>
              <a:ext uri="{FF2B5EF4-FFF2-40B4-BE49-F238E27FC236}">
                <a16:creationId xmlns:a16="http://schemas.microsoft.com/office/drawing/2014/main" id="{C3776746-5A8B-C5B5-B1BB-0794D9288742}"/>
              </a:ext>
            </a:extLst>
          </p:cNvPr>
          <p:cNvCxnSpPr>
            <a:cxnSpLocks/>
            <a:stCxn id="210" idx="3"/>
            <a:endCxn id="204" idx="0"/>
          </p:cNvCxnSpPr>
          <p:nvPr/>
        </p:nvCxnSpPr>
        <p:spPr>
          <a:xfrm flipH="1">
            <a:off x="9794968" y="5998638"/>
            <a:ext cx="65971" cy="169331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ector reto 219">
            <a:extLst>
              <a:ext uri="{FF2B5EF4-FFF2-40B4-BE49-F238E27FC236}">
                <a16:creationId xmlns:a16="http://schemas.microsoft.com/office/drawing/2014/main" id="{3E34ABCC-F503-0738-6AC7-DD3878B21E94}"/>
              </a:ext>
            </a:extLst>
          </p:cNvPr>
          <p:cNvCxnSpPr>
            <a:cxnSpLocks/>
            <a:stCxn id="210" idx="5"/>
            <a:endCxn id="205" idx="0"/>
          </p:cNvCxnSpPr>
          <p:nvPr/>
        </p:nvCxnSpPr>
        <p:spPr>
          <a:xfrm>
            <a:off x="10010035" y="5998638"/>
            <a:ext cx="63207" cy="169331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ector reto 220">
            <a:extLst>
              <a:ext uri="{FF2B5EF4-FFF2-40B4-BE49-F238E27FC236}">
                <a16:creationId xmlns:a16="http://schemas.microsoft.com/office/drawing/2014/main" id="{C1406972-9D1C-06D0-31BE-DB3B0644DE0E}"/>
              </a:ext>
            </a:extLst>
          </p:cNvPr>
          <p:cNvCxnSpPr>
            <a:cxnSpLocks/>
            <a:stCxn id="214" idx="3"/>
            <a:endCxn id="208" idx="7"/>
          </p:cNvCxnSpPr>
          <p:nvPr/>
        </p:nvCxnSpPr>
        <p:spPr>
          <a:xfrm flipH="1">
            <a:off x="11188426" y="5664806"/>
            <a:ext cx="146833" cy="209467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ector reto 221">
            <a:extLst>
              <a:ext uri="{FF2B5EF4-FFF2-40B4-BE49-F238E27FC236}">
                <a16:creationId xmlns:a16="http://schemas.microsoft.com/office/drawing/2014/main" id="{2A56215B-FD93-234C-6CCE-73C82866DECA}"/>
              </a:ext>
            </a:extLst>
          </p:cNvPr>
          <p:cNvCxnSpPr>
            <a:cxnSpLocks/>
            <a:stCxn id="214" idx="5"/>
            <a:endCxn id="209" idx="1"/>
          </p:cNvCxnSpPr>
          <p:nvPr/>
        </p:nvCxnSpPr>
        <p:spPr>
          <a:xfrm>
            <a:off x="11484355" y="5664806"/>
            <a:ext cx="147869" cy="211704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ector reto 222">
            <a:extLst>
              <a:ext uri="{FF2B5EF4-FFF2-40B4-BE49-F238E27FC236}">
                <a16:creationId xmlns:a16="http://schemas.microsoft.com/office/drawing/2014/main" id="{281518B0-76FD-7818-AFBB-6946D99099B0}"/>
              </a:ext>
            </a:extLst>
          </p:cNvPr>
          <p:cNvCxnSpPr>
            <a:cxnSpLocks/>
            <a:stCxn id="211" idx="3"/>
            <a:endCxn id="206" idx="0"/>
          </p:cNvCxnSpPr>
          <p:nvPr/>
        </p:nvCxnSpPr>
        <p:spPr>
          <a:xfrm flipH="1">
            <a:off x="10385226" y="6003112"/>
            <a:ext cx="65971" cy="164856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ector reto 223">
            <a:extLst>
              <a:ext uri="{FF2B5EF4-FFF2-40B4-BE49-F238E27FC236}">
                <a16:creationId xmlns:a16="http://schemas.microsoft.com/office/drawing/2014/main" id="{DB29515D-488D-234F-FD2C-6A610E2EC108}"/>
              </a:ext>
            </a:extLst>
          </p:cNvPr>
          <p:cNvCxnSpPr>
            <a:cxnSpLocks/>
            <a:stCxn id="211" idx="5"/>
            <a:endCxn id="207" idx="0"/>
          </p:cNvCxnSpPr>
          <p:nvPr/>
        </p:nvCxnSpPr>
        <p:spPr>
          <a:xfrm>
            <a:off x="10600293" y="6003112"/>
            <a:ext cx="63207" cy="164856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ector reto 224">
            <a:extLst>
              <a:ext uri="{FF2B5EF4-FFF2-40B4-BE49-F238E27FC236}">
                <a16:creationId xmlns:a16="http://schemas.microsoft.com/office/drawing/2014/main" id="{B3B303B9-1F43-5DE1-818D-EC4CAE89B0F1}"/>
              </a:ext>
            </a:extLst>
          </p:cNvPr>
          <p:cNvCxnSpPr>
            <a:cxnSpLocks/>
            <a:stCxn id="208" idx="3"/>
            <a:endCxn id="200" idx="0"/>
          </p:cNvCxnSpPr>
          <p:nvPr/>
        </p:nvCxnSpPr>
        <p:spPr>
          <a:xfrm flipH="1">
            <a:off x="10975994" y="6000875"/>
            <a:ext cx="63337" cy="167093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ector reto 225">
            <a:extLst>
              <a:ext uri="{FF2B5EF4-FFF2-40B4-BE49-F238E27FC236}">
                <a16:creationId xmlns:a16="http://schemas.microsoft.com/office/drawing/2014/main" id="{EB97BACE-CA10-0584-52F8-60C38E231193}"/>
              </a:ext>
            </a:extLst>
          </p:cNvPr>
          <p:cNvCxnSpPr>
            <a:cxnSpLocks/>
            <a:stCxn id="208" idx="5"/>
            <a:endCxn id="201" idx="0"/>
          </p:cNvCxnSpPr>
          <p:nvPr/>
        </p:nvCxnSpPr>
        <p:spPr>
          <a:xfrm>
            <a:off x="11188426" y="6000875"/>
            <a:ext cx="65842" cy="167093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ector reto 226">
            <a:extLst>
              <a:ext uri="{FF2B5EF4-FFF2-40B4-BE49-F238E27FC236}">
                <a16:creationId xmlns:a16="http://schemas.microsoft.com/office/drawing/2014/main" id="{E5A8574F-57BA-706D-377F-B39F54078C1A}"/>
              </a:ext>
            </a:extLst>
          </p:cNvPr>
          <p:cNvCxnSpPr>
            <a:cxnSpLocks/>
            <a:stCxn id="209" idx="3"/>
            <a:endCxn id="202" idx="0"/>
          </p:cNvCxnSpPr>
          <p:nvPr/>
        </p:nvCxnSpPr>
        <p:spPr>
          <a:xfrm flipH="1">
            <a:off x="11566253" y="6003112"/>
            <a:ext cx="65971" cy="164856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ector reto 227">
            <a:extLst>
              <a:ext uri="{FF2B5EF4-FFF2-40B4-BE49-F238E27FC236}">
                <a16:creationId xmlns:a16="http://schemas.microsoft.com/office/drawing/2014/main" id="{C7AFAC13-67C0-CC1F-6126-8DACE58350B5}"/>
              </a:ext>
            </a:extLst>
          </p:cNvPr>
          <p:cNvCxnSpPr>
            <a:cxnSpLocks/>
            <a:stCxn id="209" idx="5"/>
            <a:endCxn id="203" idx="0"/>
          </p:cNvCxnSpPr>
          <p:nvPr/>
        </p:nvCxnSpPr>
        <p:spPr>
          <a:xfrm>
            <a:off x="11781320" y="6003112"/>
            <a:ext cx="63207" cy="164856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Seta: para a Direita 228">
            <a:extLst>
              <a:ext uri="{FF2B5EF4-FFF2-40B4-BE49-F238E27FC236}">
                <a16:creationId xmlns:a16="http://schemas.microsoft.com/office/drawing/2014/main" id="{D27774E8-0B7A-7CF0-2A53-658FD5261291}"/>
              </a:ext>
            </a:extLst>
          </p:cNvPr>
          <p:cNvSpPr/>
          <p:nvPr/>
        </p:nvSpPr>
        <p:spPr>
          <a:xfrm>
            <a:off x="10558074" y="5167338"/>
            <a:ext cx="108405" cy="99158"/>
          </a:xfrm>
          <a:prstGeom prst="rightArrow">
            <a:avLst/>
          </a:prstGeom>
          <a:solidFill>
            <a:srgbClr val="FF505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C006FEF-1B60-E94D-491F-1E29DB623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918" y="1272394"/>
            <a:ext cx="12192000" cy="556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3000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1DABB1-B2B6-180A-15F5-C1AC42563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PROFUNDIDADE ITERATIVA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9946E7-2496-B7E6-3B8D-3C638B8DF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>
                <a:solidFill>
                  <a:srgbClr val="000050"/>
                </a:solidFill>
              </a:rPr>
              <a:t>Completa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Se número de ações é finito</a:t>
            </a:r>
          </a:p>
          <a:p>
            <a:r>
              <a:rPr lang="pt-BR" b="1" dirty="0">
                <a:solidFill>
                  <a:srgbClr val="000050"/>
                </a:solidFill>
              </a:rPr>
              <a:t>Ótima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Se ações tem custo 1</a:t>
            </a:r>
          </a:p>
          <a:p>
            <a:r>
              <a:rPr lang="pt-BR" b="1" dirty="0">
                <a:solidFill>
                  <a:srgbClr val="000050"/>
                </a:solidFill>
              </a:rPr>
              <a:t>Espaço:</a:t>
            </a:r>
          </a:p>
          <a:p>
            <a:pPr lvl="1"/>
            <a:r>
              <a:rPr lang="pt-BR" dirty="0"/>
              <a:t>Mantém apenas o caminho atual na memória!</a:t>
            </a:r>
          </a:p>
        </p:txBody>
      </p:sp>
    </p:spTree>
    <p:extLst>
      <p:ext uri="{BB962C8B-B14F-4D97-AF65-F5344CB8AC3E}">
        <p14:creationId xmlns:p14="http://schemas.microsoft.com/office/powerpoint/2010/main" val="9307872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66C287C-FACF-8E75-AA2A-F3F859901A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</a:t>
            </a:r>
            <a:r>
              <a:rPr lang="pt-BR" dirty="0">
                <a:solidFill>
                  <a:srgbClr val="FF0000"/>
                </a:solidFill>
              </a:rPr>
              <a:t>Heurística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4B2E36EF-0D6C-E9CE-32E6-724CF59CC7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Resolução de Problemas</a:t>
            </a:r>
          </a:p>
        </p:txBody>
      </p:sp>
    </p:spTree>
    <p:extLst>
      <p:ext uri="{BB962C8B-B14F-4D97-AF65-F5344CB8AC3E}">
        <p14:creationId xmlns:p14="http://schemas.microsoft.com/office/powerpoint/2010/main" val="14035994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2782C9-DC4C-196C-4B6B-C1949A2B4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Definição; Busca Heurística.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2200BAE-507A-6747-471D-A6923A39D464}"/>
              </a:ext>
            </a:extLst>
          </p:cNvPr>
          <p:cNvSpPr txBox="1"/>
          <p:nvPr/>
        </p:nvSpPr>
        <p:spPr>
          <a:xfrm>
            <a:off x="1250109" y="2537012"/>
            <a:ext cx="867559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pt-BR" sz="2400" dirty="0"/>
              <a:t>Busca heurística é uma técnica de busca em IA que utiliza estimativas sobre a proximidade da solução para guiar a exploração do espaço de estados, priorizando caminhos mais promissores e reduzindo o esforço computacional. 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0AD33F8-2E47-A004-331B-3AC38508A61E}"/>
              </a:ext>
            </a:extLst>
          </p:cNvPr>
          <p:cNvSpPr/>
          <p:nvPr/>
        </p:nvSpPr>
        <p:spPr>
          <a:xfrm>
            <a:off x="983410" y="2160494"/>
            <a:ext cx="367553" cy="20080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C2B22DC-510D-56B7-4ACD-06165404946B}"/>
              </a:ext>
            </a:extLst>
          </p:cNvPr>
          <p:cNvSpPr/>
          <p:nvPr/>
        </p:nvSpPr>
        <p:spPr>
          <a:xfrm>
            <a:off x="983410" y="2160494"/>
            <a:ext cx="8823978" cy="3765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78534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3A932-7339-8224-CEF0-77B3B0F50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9CC7EF-176B-B744-3761-732223C6F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Relembrando “PROBLEMA”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C33062-CE5D-34E5-83BE-E57ECD49A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Estado Inicial;</a:t>
            </a:r>
          </a:p>
          <a:p>
            <a:r>
              <a:rPr lang="pt-BR" dirty="0"/>
              <a:t>Ações ;</a:t>
            </a:r>
          </a:p>
          <a:p>
            <a:r>
              <a:rPr lang="pt-BR" dirty="0"/>
              <a:t>Teste de Objetivo;</a:t>
            </a:r>
          </a:p>
          <a:p>
            <a:r>
              <a:rPr lang="pt-BR" dirty="0"/>
              <a:t>Custo;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455716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991200-58AE-B33C-6AE3-6597B2D6A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DIFERENÇA </a:t>
            </a:r>
            <a:br>
              <a:rPr lang="pt-BR" dirty="0"/>
            </a:br>
            <a:r>
              <a:rPr lang="pt-BR" dirty="0"/>
              <a:t>ESTADOS X NÓS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0C28211-BCAD-FD63-1897-E8DD2CCE34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6" t="2395" b="727"/>
          <a:stretch>
            <a:fillRect/>
          </a:stretch>
        </p:blipFill>
        <p:spPr>
          <a:xfrm>
            <a:off x="197224" y="1577790"/>
            <a:ext cx="9188822" cy="450028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3CF0C479-8996-AFBB-F709-FD9C3F61548E}"/>
              </a:ext>
            </a:extLst>
          </p:cNvPr>
          <p:cNvSpPr txBox="1"/>
          <p:nvPr/>
        </p:nvSpPr>
        <p:spPr>
          <a:xfrm>
            <a:off x="75414" y="6211669"/>
            <a:ext cx="5772936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ESTADO: Pode ser chegado de varias maneiras diferente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679CC12-089E-A6EA-1FBC-E6B0AB1E2C12}"/>
              </a:ext>
            </a:extLst>
          </p:cNvPr>
          <p:cNvSpPr txBox="1"/>
          <p:nvPr/>
        </p:nvSpPr>
        <p:spPr>
          <a:xfrm>
            <a:off x="6395981" y="4891293"/>
            <a:ext cx="5598795" cy="92333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Nó:  tem um caminho que foi percorrido até ele , de um nó pai através de uma ação, tem profundidade, custo de chegada e um estado associado.</a:t>
            </a:r>
          </a:p>
        </p:txBody>
      </p:sp>
    </p:spTree>
    <p:extLst>
      <p:ext uri="{BB962C8B-B14F-4D97-AF65-F5344CB8AC3E}">
        <p14:creationId xmlns:p14="http://schemas.microsoft.com/office/powerpoint/2010/main" val="12709678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0276FF-6E94-C3CF-3774-7A82C82AB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016CE1-151E-59B7-DC17-D22F6DE76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>
                <a:solidFill>
                  <a:srgbClr val="000050"/>
                </a:solidFill>
              </a:rPr>
              <a:t>Solução</a:t>
            </a:r>
            <a:r>
              <a:rPr lang="pt-BR" b="1" dirty="0"/>
              <a:t>:</a:t>
            </a:r>
          </a:p>
          <a:p>
            <a:pPr lvl="1"/>
            <a:r>
              <a:rPr lang="pt-BR" dirty="0"/>
              <a:t>Sequencia de ações que levam de um estado inicial a um objetivo</a:t>
            </a:r>
          </a:p>
          <a:p>
            <a:r>
              <a:rPr lang="pt-BR" b="1" dirty="0">
                <a:solidFill>
                  <a:srgbClr val="000050"/>
                </a:solidFill>
              </a:rPr>
              <a:t>Solução Ótima</a:t>
            </a:r>
            <a:r>
              <a:rPr lang="pt-BR" b="1" dirty="0"/>
              <a:t>:</a:t>
            </a:r>
          </a:p>
          <a:p>
            <a:pPr lvl="1"/>
            <a:r>
              <a:rPr lang="pt-BR" dirty="0"/>
              <a:t>Solução de custo mínimo</a:t>
            </a:r>
          </a:p>
        </p:txBody>
      </p:sp>
    </p:spTree>
    <p:extLst>
      <p:ext uri="{BB962C8B-B14F-4D97-AF65-F5344CB8AC3E}">
        <p14:creationId xmlns:p14="http://schemas.microsoft.com/office/powerpoint/2010/main" val="26451599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2EFA0F8-0719-11FA-D066-6EC754D5E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</a:t>
            </a:r>
            <a:r>
              <a:rPr lang="pt-BR" dirty="0">
                <a:solidFill>
                  <a:srgbClr val="FF0000"/>
                </a:solidFill>
              </a:rPr>
              <a:t>INFORMADA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6B16164-5D33-440C-B131-CC680D475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Utiliza </a:t>
            </a:r>
            <a:r>
              <a:rPr lang="pt-BR" dirty="0">
                <a:solidFill>
                  <a:srgbClr val="FF0000"/>
                </a:solidFill>
              </a:rPr>
              <a:t>conhecimento específico </a:t>
            </a:r>
            <a:r>
              <a:rPr lang="pt-BR" dirty="0"/>
              <a:t>sobre o problema para encontrar soluções de forma mais eficiente a busca cega.</a:t>
            </a:r>
          </a:p>
        </p:txBody>
      </p:sp>
    </p:spTree>
    <p:extLst>
      <p:ext uri="{BB962C8B-B14F-4D97-AF65-F5344CB8AC3E}">
        <p14:creationId xmlns:p14="http://schemas.microsoft.com/office/powerpoint/2010/main" val="31327187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5CC51D-2E71-B267-2332-33297D6C2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INFORMADA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A1BF0A-62A3-61E6-9997-8BBC316C9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Abordagem geral: </a:t>
            </a:r>
            <a:r>
              <a:rPr lang="pt-BR" dirty="0">
                <a:solidFill>
                  <a:srgbClr val="FF0000"/>
                </a:solidFill>
              </a:rPr>
              <a:t>Busca pela melhor escolha.</a:t>
            </a:r>
          </a:p>
          <a:p>
            <a:endParaRPr lang="pt-BR" dirty="0">
              <a:solidFill>
                <a:srgbClr val="FF0000"/>
              </a:solidFill>
            </a:endParaRPr>
          </a:p>
          <a:p>
            <a:r>
              <a:rPr lang="pt-BR" dirty="0"/>
              <a:t>Utiliza função de avaliação para nós</a:t>
            </a:r>
          </a:p>
          <a:p>
            <a:r>
              <a:rPr lang="pt-BR" dirty="0"/>
              <a:t>Expande o nó com melhor avaliação.</a:t>
            </a:r>
          </a:p>
          <a:p>
            <a:r>
              <a:rPr lang="pt-BR" dirty="0"/>
              <a:t>Estratégia de busca depende da função.</a:t>
            </a:r>
          </a:p>
        </p:txBody>
      </p:sp>
    </p:spTree>
    <p:extLst>
      <p:ext uri="{BB962C8B-B14F-4D97-AF65-F5344CB8AC3E}">
        <p14:creationId xmlns:p14="http://schemas.microsoft.com/office/powerpoint/2010/main" val="17816995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A01054-6475-08CF-6671-C5DE1BD07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MELHOR ESCOLHA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078317B-47D3-197D-CAA0-AAAEB63E7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Ideia:</a:t>
            </a:r>
          </a:p>
          <a:p>
            <a:pPr lvl="1"/>
            <a:r>
              <a:rPr lang="pt-BR" dirty="0"/>
              <a:t>Função de avaliação f(n) dá uma </a:t>
            </a:r>
            <a:r>
              <a:rPr lang="pt-BR" dirty="0">
                <a:solidFill>
                  <a:srgbClr val="FF0000"/>
                </a:solidFill>
              </a:rPr>
              <a:t>estimativa</a:t>
            </a:r>
            <a:r>
              <a:rPr lang="pt-BR" dirty="0"/>
              <a:t> do valor do nó n</a:t>
            </a:r>
          </a:p>
          <a:p>
            <a:pPr marL="0" indent="0">
              <a:buNone/>
            </a:pPr>
            <a:r>
              <a:rPr lang="pt-BR" dirty="0"/>
              <a:t>-&gt; Expandir nó mais desejável que ainda não foi expandido</a:t>
            </a:r>
          </a:p>
        </p:txBody>
      </p:sp>
    </p:spTree>
    <p:extLst>
      <p:ext uri="{BB962C8B-B14F-4D97-AF65-F5344CB8AC3E}">
        <p14:creationId xmlns:p14="http://schemas.microsoft.com/office/powerpoint/2010/main" val="17367263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D1B4C-7A64-E30F-C524-91A7DAB07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MELHOR ESCOLHA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7D0F6F-F8C9-93A0-9141-CE4DDF5A6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Implementação:</a:t>
            </a:r>
          </a:p>
          <a:p>
            <a:r>
              <a:rPr lang="pt-BR" dirty="0">
                <a:solidFill>
                  <a:srgbClr val="FF0000"/>
                </a:solidFill>
              </a:rPr>
              <a:t>Ordena nós </a:t>
            </a:r>
            <a:r>
              <a:rPr lang="pt-BR" dirty="0"/>
              <a:t>na fronteira de acordo com f</a:t>
            </a:r>
          </a:p>
          <a:p>
            <a:r>
              <a:rPr lang="pt-BR" dirty="0"/>
              <a:t>Casos especiais:</a:t>
            </a:r>
          </a:p>
          <a:p>
            <a:pPr lvl="1"/>
            <a:r>
              <a:rPr lang="pt-BR" dirty="0"/>
              <a:t>Busca gulosa pela melhor escolha.</a:t>
            </a:r>
          </a:p>
          <a:p>
            <a:pPr lvl="1"/>
            <a:r>
              <a:rPr lang="pt-BR" dirty="0"/>
              <a:t>Busca A*</a:t>
            </a:r>
          </a:p>
        </p:txBody>
      </p:sp>
    </p:spTree>
    <p:extLst>
      <p:ext uri="{BB962C8B-B14F-4D97-AF65-F5344CB8AC3E}">
        <p14:creationId xmlns:p14="http://schemas.microsoft.com/office/powerpoint/2010/main" val="16805306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C4B95F-0704-EC52-6B37-B0506F5F7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ROMÊNIA (Distancia em KM)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FB6DC5E-E3B5-B6EC-F198-672202A7E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880" y="1385332"/>
            <a:ext cx="8456239" cy="510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1846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F7875E-6C77-FEC2-718C-C6D08FD35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</a:t>
            </a:r>
            <a:r>
              <a:rPr lang="pt-BR" dirty="0">
                <a:solidFill>
                  <a:srgbClr val="FF0000"/>
                </a:solidFill>
              </a:rPr>
              <a:t>GULOSA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AB705C-50EE-85D7-AF4C-ED004AF36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Função de avaliação f(n) = h(n) (</a:t>
            </a:r>
            <a:r>
              <a:rPr lang="pt-BR" dirty="0">
                <a:solidFill>
                  <a:srgbClr val="FF0000"/>
                </a:solidFill>
              </a:rPr>
              <a:t>h</a:t>
            </a:r>
            <a:r>
              <a:rPr lang="pt-BR" dirty="0"/>
              <a:t>eurística)= estimativa do custo de n até o objetivo</a:t>
            </a:r>
          </a:p>
          <a:p>
            <a:r>
              <a:rPr lang="pt-BR" dirty="0" err="1"/>
              <a:t>Ex</a:t>
            </a:r>
            <a:r>
              <a:rPr lang="pt-BR" dirty="0"/>
              <a:t>.,</a:t>
            </a:r>
            <a:r>
              <a:rPr lang="pt-BR" dirty="0" err="1"/>
              <a:t>Hdlr</a:t>
            </a:r>
            <a:r>
              <a:rPr lang="pt-BR" dirty="0"/>
              <a:t>(n) = distância em linha reta de n até </a:t>
            </a:r>
            <a:r>
              <a:rPr lang="pt-BR" dirty="0" err="1"/>
              <a:t>Bucarest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Busca gulosa pela melhor escolha expande o nó que </a:t>
            </a:r>
            <a:r>
              <a:rPr lang="pt-BR" dirty="0">
                <a:solidFill>
                  <a:srgbClr val="FF0000"/>
                </a:solidFill>
              </a:rPr>
              <a:t>parece</a:t>
            </a:r>
            <a:r>
              <a:rPr lang="pt-BR" dirty="0"/>
              <a:t> mais próximo ao objetivo e acordo com a função heurística.</a:t>
            </a:r>
          </a:p>
        </p:txBody>
      </p:sp>
    </p:spTree>
    <p:extLst>
      <p:ext uri="{BB962C8B-B14F-4D97-AF65-F5344CB8AC3E}">
        <p14:creationId xmlns:p14="http://schemas.microsoft.com/office/powerpoint/2010/main" val="15604870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088624-7B8A-D210-8C9F-020B61584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ROMÊNIA (Distancia Linha RETA)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D5C5613-4C8A-B24B-34EC-0C7AC1AD1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776" y="1260589"/>
            <a:ext cx="10300447" cy="5070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0374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051EB-22D0-35A8-F519-C832B646F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9866E-99D4-984A-30C3-5A77D3778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ROMÊNIA (Distancia Linha RETA)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DD6927D-676C-25C0-5C94-20779DFB4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776" y="1260589"/>
            <a:ext cx="10300447" cy="5070785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9B1B1F7B-126E-07F9-A334-E5F2C2C498DC}"/>
              </a:ext>
            </a:extLst>
          </p:cNvPr>
          <p:cNvCxnSpPr/>
          <p:nvPr/>
        </p:nvCxnSpPr>
        <p:spPr>
          <a:xfrm>
            <a:off x="1506071" y="2734235"/>
            <a:ext cx="4679576" cy="2501153"/>
          </a:xfrm>
          <a:prstGeom prst="straightConnector1">
            <a:avLst/>
          </a:prstGeom>
          <a:ln w="38100">
            <a:solidFill>
              <a:srgbClr val="FF5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E7AD8422-0065-17D5-FB31-BCE8B608FE20}"/>
              </a:ext>
            </a:extLst>
          </p:cNvPr>
          <p:cNvSpPr txBox="1"/>
          <p:nvPr/>
        </p:nvSpPr>
        <p:spPr>
          <a:xfrm rot="1529454">
            <a:off x="2554941" y="3483093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366km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1B69E806-98CE-979C-0D2C-81E01C1504D8}"/>
              </a:ext>
            </a:extLst>
          </p:cNvPr>
          <p:cNvCxnSpPr/>
          <p:nvPr/>
        </p:nvCxnSpPr>
        <p:spPr>
          <a:xfrm>
            <a:off x="9197788" y="1963272"/>
            <a:ext cx="2102223" cy="0"/>
          </a:xfrm>
          <a:prstGeom prst="line">
            <a:avLst/>
          </a:prstGeom>
          <a:ln w="28575">
            <a:solidFill>
              <a:srgbClr val="FF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95281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6C3D4-8920-6376-07F7-21E8EF8D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FBB19E-015D-CD53-24D2-F37167727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ROMÊNIA (Distancia Linha RETA)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90EF17E-AB69-FE89-8752-A67311B55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776" y="1260589"/>
            <a:ext cx="10300447" cy="5070785"/>
          </a:xfrm>
          <a:prstGeom prst="rect">
            <a:avLst/>
          </a:prstGeom>
        </p:spPr>
      </p:pic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EDA7AF6C-FB47-BD06-45B7-4A6162F9C731}"/>
              </a:ext>
            </a:extLst>
          </p:cNvPr>
          <p:cNvCxnSpPr>
            <a:cxnSpLocks/>
          </p:cNvCxnSpPr>
          <p:nvPr/>
        </p:nvCxnSpPr>
        <p:spPr>
          <a:xfrm>
            <a:off x="4840941" y="3505200"/>
            <a:ext cx="1344706" cy="1730188"/>
          </a:xfrm>
          <a:prstGeom prst="straightConnector1">
            <a:avLst/>
          </a:prstGeom>
          <a:ln w="38100">
            <a:solidFill>
              <a:srgbClr val="FF5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DE92D286-CAB9-0E65-B206-A29167BD5BBC}"/>
              </a:ext>
            </a:extLst>
          </p:cNvPr>
          <p:cNvSpPr txBox="1"/>
          <p:nvPr/>
        </p:nvSpPr>
        <p:spPr>
          <a:xfrm rot="2931767">
            <a:off x="4828868" y="3611315"/>
            <a:ext cx="883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178km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5C841BE3-94E4-4B89-5D22-A8FCC79C3361}"/>
              </a:ext>
            </a:extLst>
          </p:cNvPr>
          <p:cNvCxnSpPr/>
          <p:nvPr/>
        </p:nvCxnSpPr>
        <p:spPr>
          <a:xfrm>
            <a:off x="9251576" y="3074895"/>
            <a:ext cx="2102223" cy="0"/>
          </a:xfrm>
          <a:prstGeom prst="line">
            <a:avLst/>
          </a:prstGeom>
          <a:ln w="28575">
            <a:solidFill>
              <a:srgbClr val="FF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24695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A19E171-2B86-1A24-2C1F-8880F873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GULOSA (EXEMPLO)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0C476369-01F9-E889-10ED-F8ACE9C90B4B}"/>
              </a:ext>
            </a:extLst>
          </p:cNvPr>
          <p:cNvSpPr/>
          <p:nvPr/>
        </p:nvSpPr>
        <p:spPr>
          <a:xfrm>
            <a:off x="4760259" y="1613647"/>
            <a:ext cx="1541929" cy="3496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solidFill>
                  <a:schemeClr val="tx1"/>
                </a:solidFill>
              </a:rPr>
              <a:t>Arad (h=366)</a:t>
            </a:r>
          </a:p>
        </p:txBody>
      </p:sp>
      <p:sp>
        <p:nvSpPr>
          <p:cNvPr id="22" name="Seta: para a Direita 21">
            <a:extLst>
              <a:ext uri="{FF2B5EF4-FFF2-40B4-BE49-F238E27FC236}">
                <a16:creationId xmlns:a16="http://schemas.microsoft.com/office/drawing/2014/main" id="{096BAF5E-AA65-9203-FBD0-726104E70548}"/>
              </a:ext>
            </a:extLst>
          </p:cNvPr>
          <p:cNvSpPr/>
          <p:nvPr/>
        </p:nvSpPr>
        <p:spPr>
          <a:xfrm>
            <a:off x="4330212" y="1625556"/>
            <a:ext cx="313507" cy="337715"/>
          </a:xfrm>
          <a:prstGeom prst="rightArrow">
            <a:avLst/>
          </a:prstGeom>
          <a:solidFill>
            <a:srgbClr val="FF505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26419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CD107-F792-E2D0-BB87-D56DFC95E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885F5CE-9CF1-1A2F-FD94-A10325A7B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GULOSA (EXEMPLO)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B0EAE713-B5C8-B5EE-1837-DF621F55EF3C}"/>
              </a:ext>
            </a:extLst>
          </p:cNvPr>
          <p:cNvSpPr/>
          <p:nvPr/>
        </p:nvSpPr>
        <p:spPr>
          <a:xfrm>
            <a:off x="4760259" y="1613647"/>
            <a:ext cx="1541929" cy="3496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/>
              <a:t>Arad (h=366)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8AE9398-7B99-BD4F-85DD-6C12423D2706}"/>
              </a:ext>
            </a:extLst>
          </p:cNvPr>
          <p:cNvSpPr/>
          <p:nvPr/>
        </p:nvSpPr>
        <p:spPr>
          <a:xfrm>
            <a:off x="2465295" y="2554941"/>
            <a:ext cx="1165412" cy="3496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solidFill>
                  <a:schemeClr val="tx1"/>
                </a:solidFill>
              </a:rPr>
              <a:t>Sibiu 253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F31EA13-D950-C801-D61B-CBF47913009E}"/>
              </a:ext>
            </a:extLst>
          </p:cNvPr>
          <p:cNvSpPr/>
          <p:nvPr/>
        </p:nvSpPr>
        <p:spPr>
          <a:xfrm>
            <a:off x="6221506" y="2554941"/>
            <a:ext cx="1730187" cy="3496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solidFill>
                  <a:schemeClr val="tx1"/>
                </a:solidFill>
              </a:rPr>
              <a:t>Timisoara 329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B66282C2-8691-4829-72F9-B1E9BAA98254}"/>
              </a:ext>
            </a:extLst>
          </p:cNvPr>
          <p:cNvSpPr/>
          <p:nvPr/>
        </p:nvSpPr>
        <p:spPr>
          <a:xfrm>
            <a:off x="9457764" y="2554941"/>
            <a:ext cx="1272989" cy="3496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 err="1">
                <a:solidFill>
                  <a:schemeClr val="tx1"/>
                </a:solidFill>
              </a:rPr>
              <a:t>Zerind</a:t>
            </a:r>
            <a:r>
              <a:rPr lang="pt-BR" dirty="0">
                <a:solidFill>
                  <a:schemeClr val="tx1"/>
                </a:solidFill>
              </a:rPr>
              <a:t> 374</a:t>
            </a:r>
          </a:p>
        </p:txBody>
      </p:sp>
      <p:sp>
        <p:nvSpPr>
          <p:cNvPr id="22" name="Seta: para a Direita 21">
            <a:extLst>
              <a:ext uri="{FF2B5EF4-FFF2-40B4-BE49-F238E27FC236}">
                <a16:creationId xmlns:a16="http://schemas.microsoft.com/office/drawing/2014/main" id="{502DBF5A-AB2C-69A6-3BD1-FCF1DA8A4F9E}"/>
              </a:ext>
            </a:extLst>
          </p:cNvPr>
          <p:cNvSpPr/>
          <p:nvPr/>
        </p:nvSpPr>
        <p:spPr>
          <a:xfrm>
            <a:off x="2030634" y="2566850"/>
            <a:ext cx="313507" cy="337715"/>
          </a:xfrm>
          <a:prstGeom prst="rightArrow">
            <a:avLst/>
          </a:prstGeom>
          <a:solidFill>
            <a:srgbClr val="FF505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F3EE394D-592E-7844-0F25-51FA9C16A0BB}"/>
              </a:ext>
            </a:extLst>
          </p:cNvPr>
          <p:cNvCxnSpPr/>
          <p:nvPr/>
        </p:nvCxnSpPr>
        <p:spPr>
          <a:xfrm>
            <a:off x="5531224" y="1963271"/>
            <a:ext cx="1555376" cy="5916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4FCE378F-387D-6380-3F4D-9D3D59160058}"/>
              </a:ext>
            </a:extLst>
          </p:cNvPr>
          <p:cNvCxnSpPr>
            <a:cxnSpLocks/>
          </p:cNvCxnSpPr>
          <p:nvPr/>
        </p:nvCxnSpPr>
        <p:spPr>
          <a:xfrm>
            <a:off x="5531224" y="1963271"/>
            <a:ext cx="4563035" cy="5916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96CBAD07-565F-A0E5-1CD4-143C1E572294}"/>
              </a:ext>
            </a:extLst>
          </p:cNvPr>
          <p:cNvCxnSpPr>
            <a:cxnSpLocks/>
          </p:cNvCxnSpPr>
          <p:nvPr/>
        </p:nvCxnSpPr>
        <p:spPr>
          <a:xfrm flipH="1">
            <a:off x="3048001" y="1963271"/>
            <a:ext cx="2483223" cy="5916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00511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8D535-7186-A08A-081A-5021BDE34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BD6F75F-10EA-47AD-488D-56826FFB5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GULOSA (EXEMPLO)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5B4FE095-AD1A-3F39-8EB2-EB9B9F426AAC}"/>
              </a:ext>
            </a:extLst>
          </p:cNvPr>
          <p:cNvSpPr/>
          <p:nvPr/>
        </p:nvSpPr>
        <p:spPr>
          <a:xfrm>
            <a:off x="4760259" y="1613647"/>
            <a:ext cx="1541929" cy="3496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/>
              <a:t>Arad (h=366)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9001A00-45C2-F7FF-5561-9563837FAFA8}"/>
              </a:ext>
            </a:extLst>
          </p:cNvPr>
          <p:cNvSpPr/>
          <p:nvPr/>
        </p:nvSpPr>
        <p:spPr>
          <a:xfrm>
            <a:off x="2465295" y="2554941"/>
            <a:ext cx="1165412" cy="3496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/>
              <a:t>Sibiu 253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EC63BF8-A42B-2B97-A941-84D4386A82FC}"/>
              </a:ext>
            </a:extLst>
          </p:cNvPr>
          <p:cNvSpPr/>
          <p:nvPr/>
        </p:nvSpPr>
        <p:spPr>
          <a:xfrm>
            <a:off x="6221506" y="2554941"/>
            <a:ext cx="1730187" cy="3496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solidFill>
                  <a:schemeClr val="tx1"/>
                </a:solidFill>
              </a:rPr>
              <a:t>Timisoara 329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C19C04CB-3FAE-5486-77C2-0A6FD3502C31}"/>
              </a:ext>
            </a:extLst>
          </p:cNvPr>
          <p:cNvSpPr/>
          <p:nvPr/>
        </p:nvSpPr>
        <p:spPr>
          <a:xfrm>
            <a:off x="9457764" y="2554941"/>
            <a:ext cx="1272989" cy="3496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 err="1">
                <a:solidFill>
                  <a:schemeClr val="tx1"/>
                </a:solidFill>
              </a:rPr>
              <a:t>Zerind</a:t>
            </a:r>
            <a:r>
              <a:rPr lang="pt-BR" dirty="0">
                <a:solidFill>
                  <a:schemeClr val="tx1"/>
                </a:solidFill>
              </a:rPr>
              <a:t> 374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91F1DAF-347C-2795-D031-FB45B9FD0538}"/>
              </a:ext>
            </a:extLst>
          </p:cNvPr>
          <p:cNvSpPr/>
          <p:nvPr/>
        </p:nvSpPr>
        <p:spPr>
          <a:xfrm>
            <a:off x="62753" y="3541059"/>
            <a:ext cx="1541929" cy="3496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solidFill>
                  <a:schemeClr val="tx1"/>
                </a:solidFill>
              </a:rPr>
              <a:t>Arad (h=366)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97616455-5858-2442-A15C-C7DD531601AA}"/>
              </a:ext>
            </a:extLst>
          </p:cNvPr>
          <p:cNvSpPr/>
          <p:nvPr/>
        </p:nvSpPr>
        <p:spPr>
          <a:xfrm>
            <a:off x="2151531" y="3541058"/>
            <a:ext cx="1541929" cy="3496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 err="1">
                <a:solidFill>
                  <a:schemeClr val="tx1"/>
                </a:solidFill>
              </a:rPr>
              <a:t>Fagaras</a:t>
            </a:r>
            <a:r>
              <a:rPr lang="pt-BR" dirty="0">
                <a:solidFill>
                  <a:schemeClr val="tx1"/>
                </a:solidFill>
              </a:rPr>
              <a:t> 176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5BD1C478-E9A0-C084-D478-34AA8EF0DAB8}"/>
              </a:ext>
            </a:extLst>
          </p:cNvPr>
          <p:cNvSpPr/>
          <p:nvPr/>
        </p:nvSpPr>
        <p:spPr>
          <a:xfrm>
            <a:off x="3872755" y="3541058"/>
            <a:ext cx="1541929" cy="3496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solidFill>
                  <a:schemeClr val="tx1"/>
                </a:solidFill>
              </a:rPr>
              <a:t>Oradea 380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C249422-6F57-5C9B-9832-74FB05E73078}"/>
              </a:ext>
            </a:extLst>
          </p:cNvPr>
          <p:cNvSpPr/>
          <p:nvPr/>
        </p:nvSpPr>
        <p:spPr>
          <a:xfrm>
            <a:off x="5544671" y="3541058"/>
            <a:ext cx="2120154" cy="3496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 err="1">
                <a:solidFill>
                  <a:schemeClr val="tx1"/>
                </a:solidFill>
              </a:rPr>
              <a:t>Rimnicu</a:t>
            </a:r>
            <a:r>
              <a:rPr lang="pt-BR" dirty="0">
                <a:solidFill>
                  <a:schemeClr val="tx1"/>
                </a:solidFill>
              </a:rPr>
              <a:t> </a:t>
            </a:r>
            <a:r>
              <a:rPr lang="pt-BR" dirty="0" err="1">
                <a:solidFill>
                  <a:schemeClr val="tx1"/>
                </a:solidFill>
              </a:rPr>
              <a:t>Vilcea</a:t>
            </a:r>
            <a:r>
              <a:rPr lang="pt-BR" dirty="0">
                <a:solidFill>
                  <a:schemeClr val="tx1"/>
                </a:solidFill>
              </a:rPr>
              <a:t> 193</a:t>
            </a:r>
          </a:p>
        </p:txBody>
      </p:sp>
      <p:sp>
        <p:nvSpPr>
          <p:cNvPr id="21" name="Seta: para a Direita 20">
            <a:extLst>
              <a:ext uri="{FF2B5EF4-FFF2-40B4-BE49-F238E27FC236}">
                <a16:creationId xmlns:a16="http://schemas.microsoft.com/office/drawing/2014/main" id="{495EA772-43A9-73C7-2ECD-FD484101E34B}"/>
              </a:ext>
            </a:extLst>
          </p:cNvPr>
          <p:cNvSpPr/>
          <p:nvPr/>
        </p:nvSpPr>
        <p:spPr>
          <a:xfrm>
            <a:off x="1748376" y="3552967"/>
            <a:ext cx="313507" cy="337715"/>
          </a:xfrm>
          <a:prstGeom prst="rightArrow">
            <a:avLst/>
          </a:prstGeom>
          <a:solidFill>
            <a:srgbClr val="FF505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AAE8A981-29D1-25C6-FF67-004B485553D7}"/>
              </a:ext>
            </a:extLst>
          </p:cNvPr>
          <p:cNvCxnSpPr/>
          <p:nvPr/>
        </p:nvCxnSpPr>
        <p:spPr>
          <a:xfrm>
            <a:off x="5531224" y="1963271"/>
            <a:ext cx="1555376" cy="5916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FC51E59B-3F9A-E227-6B7B-DE912F2C0490}"/>
              </a:ext>
            </a:extLst>
          </p:cNvPr>
          <p:cNvCxnSpPr>
            <a:cxnSpLocks/>
          </p:cNvCxnSpPr>
          <p:nvPr/>
        </p:nvCxnSpPr>
        <p:spPr>
          <a:xfrm>
            <a:off x="5531224" y="1963271"/>
            <a:ext cx="4563035" cy="5916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360846A5-900C-01DB-0890-23FA0B727F06}"/>
              </a:ext>
            </a:extLst>
          </p:cNvPr>
          <p:cNvCxnSpPr>
            <a:cxnSpLocks/>
          </p:cNvCxnSpPr>
          <p:nvPr/>
        </p:nvCxnSpPr>
        <p:spPr>
          <a:xfrm flipH="1">
            <a:off x="3048001" y="1963271"/>
            <a:ext cx="2483223" cy="5916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83848203-0A04-0BCE-2507-F8EA4FA8DE71}"/>
              </a:ext>
            </a:extLst>
          </p:cNvPr>
          <p:cNvCxnSpPr>
            <a:cxnSpLocks/>
          </p:cNvCxnSpPr>
          <p:nvPr/>
        </p:nvCxnSpPr>
        <p:spPr>
          <a:xfrm flipH="1">
            <a:off x="2922496" y="2904565"/>
            <a:ext cx="125505" cy="6364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B59F4BCF-5FAE-7EA8-473B-555F264CED94}"/>
              </a:ext>
            </a:extLst>
          </p:cNvPr>
          <p:cNvCxnSpPr>
            <a:cxnSpLocks/>
          </p:cNvCxnSpPr>
          <p:nvPr/>
        </p:nvCxnSpPr>
        <p:spPr>
          <a:xfrm>
            <a:off x="3048001" y="2904565"/>
            <a:ext cx="1595719" cy="6364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5CC8C0E-70A3-0592-8C90-ACAA2E875494}"/>
              </a:ext>
            </a:extLst>
          </p:cNvPr>
          <p:cNvCxnSpPr>
            <a:cxnSpLocks/>
          </p:cNvCxnSpPr>
          <p:nvPr/>
        </p:nvCxnSpPr>
        <p:spPr>
          <a:xfrm>
            <a:off x="3048001" y="2904565"/>
            <a:ext cx="3556747" cy="6364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9939AF8C-DCEB-E035-1EE8-46DD3BA59D32}"/>
              </a:ext>
            </a:extLst>
          </p:cNvPr>
          <p:cNvCxnSpPr>
            <a:cxnSpLocks/>
          </p:cNvCxnSpPr>
          <p:nvPr/>
        </p:nvCxnSpPr>
        <p:spPr>
          <a:xfrm flipH="1">
            <a:off x="914401" y="2904565"/>
            <a:ext cx="2133600" cy="6364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88695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EED9C-7ACB-1476-E643-550EA706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D872ADE-ED0F-5F31-2F49-78DD5BCD5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GULOSA (EXEMPLO)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5488CB2C-D241-9C9C-726F-DE13EEFA0A37}"/>
              </a:ext>
            </a:extLst>
          </p:cNvPr>
          <p:cNvSpPr/>
          <p:nvPr/>
        </p:nvSpPr>
        <p:spPr>
          <a:xfrm>
            <a:off x="4760259" y="1613647"/>
            <a:ext cx="1541929" cy="3496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/>
              <a:t>Arad (h=366)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BDED47A-3C6C-6FD2-8E35-9010B1FBAAF9}"/>
              </a:ext>
            </a:extLst>
          </p:cNvPr>
          <p:cNvSpPr/>
          <p:nvPr/>
        </p:nvSpPr>
        <p:spPr>
          <a:xfrm>
            <a:off x="2465295" y="2554941"/>
            <a:ext cx="1165412" cy="3496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/>
              <a:t>Sibiu 253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14EC8C3-1CE2-DB1D-B6D3-D2E1D2901D9C}"/>
              </a:ext>
            </a:extLst>
          </p:cNvPr>
          <p:cNvSpPr/>
          <p:nvPr/>
        </p:nvSpPr>
        <p:spPr>
          <a:xfrm>
            <a:off x="6221506" y="2554941"/>
            <a:ext cx="1730187" cy="3496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solidFill>
                  <a:schemeClr val="tx1"/>
                </a:solidFill>
              </a:rPr>
              <a:t>Timisoara 329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E7059D34-1A8B-8A7E-A6F6-192D56E07F3D}"/>
              </a:ext>
            </a:extLst>
          </p:cNvPr>
          <p:cNvSpPr/>
          <p:nvPr/>
        </p:nvSpPr>
        <p:spPr>
          <a:xfrm>
            <a:off x="9457764" y="2554941"/>
            <a:ext cx="1272989" cy="3496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 err="1">
                <a:solidFill>
                  <a:schemeClr val="tx1"/>
                </a:solidFill>
              </a:rPr>
              <a:t>Zerind</a:t>
            </a:r>
            <a:r>
              <a:rPr lang="pt-BR" dirty="0">
                <a:solidFill>
                  <a:schemeClr val="tx1"/>
                </a:solidFill>
              </a:rPr>
              <a:t> 374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FFF77AB5-3BD6-2D82-E581-9C2FFCEC5321}"/>
              </a:ext>
            </a:extLst>
          </p:cNvPr>
          <p:cNvSpPr/>
          <p:nvPr/>
        </p:nvSpPr>
        <p:spPr>
          <a:xfrm>
            <a:off x="2151531" y="3541058"/>
            <a:ext cx="1541929" cy="349624"/>
          </a:xfrm>
          <a:prstGeom prst="roundRect">
            <a:avLst/>
          </a:prstGeom>
          <a:solidFill>
            <a:srgbClr val="156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 err="1">
                <a:solidFill>
                  <a:schemeClr val="bg1"/>
                </a:solidFill>
              </a:rPr>
              <a:t>Fagaras</a:t>
            </a:r>
            <a:r>
              <a:rPr lang="pt-BR" dirty="0">
                <a:solidFill>
                  <a:schemeClr val="bg1"/>
                </a:solidFill>
              </a:rPr>
              <a:t> 176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222AE76B-D706-1758-A86D-834E61FDB409}"/>
              </a:ext>
            </a:extLst>
          </p:cNvPr>
          <p:cNvSpPr/>
          <p:nvPr/>
        </p:nvSpPr>
        <p:spPr>
          <a:xfrm>
            <a:off x="3872755" y="3541058"/>
            <a:ext cx="1541929" cy="3496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solidFill>
                  <a:schemeClr val="tx1"/>
                </a:solidFill>
              </a:rPr>
              <a:t>Oradea 380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0F1D4C09-F237-C1A1-2C02-EF83C447E86C}"/>
              </a:ext>
            </a:extLst>
          </p:cNvPr>
          <p:cNvSpPr/>
          <p:nvPr/>
        </p:nvSpPr>
        <p:spPr>
          <a:xfrm>
            <a:off x="5544671" y="3541058"/>
            <a:ext cx="2120154" cy="3496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 err="1">
                <a:solidFill>
                  <a:schemeClr val="tx1"/>
                </a:solidFill>
              </a:rPr>
              <a:t>Rimnicu</a:t>
            </a:r>
            <a:r>
              <a:rPr lang="pt-BR" dirty="0">
                <a:solidFill>
                  <a:schemeClr val="tx1"/>
                </a:solidFill>
              </a:rPr>
              <a:t> </a:t>
            </a:r>
            <a:r>
              <a:rPr lang="pt-BR" dirty="0" err="1">
                <a:solidFill>
                  <a:schemeClr val="tx1"/>
                </a:solidFill>
              </a:rPr>
              <a:t>Vilcea</a:t>
            </a:r>
            <a:r>
              <a:rPr lang="pt-BR" dirty="0">
                <a:solidFill>
                  <a:schemeClr val="tx1"/>
                </a:solidFill>
              </a:rPr>
              <a:t> 193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4CB21BF5-BFE0-7DA7-4044-0139B937E4BE}"/>
              </a:ext>
            </a:extLst>
          </p:cNvPr>
          <p:cNvSpPr/>
          <p:nvPr/>
        </p:nvSpPr>
        <p:spPr>
          <a:xfrm>
            <a:off x="1039907" y="4625789"/>
            <a:ext cx="1147481" cy="3496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solidFill>
                  <a:schemeClr val="tx1"/>
                </a:solidFill>
              </a:rPr>
              <a:t>Sibiu 253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DB4FE067-F1EB-1F23-867B-B6DFEF403F65}"/>
              </a:ext>
            </a:extLst>
          </p:cNvPr>
          <p:cNvSpPr/>
          <p:nvPr/>
        </p:nvSpPr>
        <p:spPr>
          <a:xfrm>
            <a:off x="3263152" y="4625789"/>
            <a:ext cx="1541929" cy="3496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 err="1">
                <a:solidFill>
                  <a:schemeClr val="tx1"/>
                </a:solidFill>
              </a:rPr>
              <a:t>Bucharest</a:t>
            </a:r>
            <a:r>
              <a:rPr lang="pt-BR" dirty="0">
                <a:solidFill>
                  <a:schemeClr val="tx1"/>
                </a:solidFill>
              </a:rPr>
              <a:t> 0</a:t>
            </a:r>
          </a:p>
        </p:txBody>
      </p:sp>
      <p:sp>
        <p:nvSpPr>
          <p:cNvPr id="20" name="Seta: para a Direita 19">
            <a:extLst>
              <a:ext uri="{FF2B5EF4-FFF2-40B4-BE49-F238E27FC236}">
                <a16:creationId xmlns:a16="http://schemas.microsoft.com/office/drawing/2014/main" id="{C00623F7-5416-D468-C3F8-F9D3B733403F}"/>
              </a:ext>
            </a:extLst>
          </p:cNvPr>
          <p:cNvSpPr/>
          <p:nvPr/>
        </p:nvSpPr>
        <p:spPr>
          <a:xfrm>
            <a:off x="2734494" y="4637698"/>
            <a:ext cx="313507" cy="337715"/>
          </a:xfrm>
          <a:prstGeom prst="rightArrow">
            <a:avLst/>
          </a:prstGeom>
          <a:solidFill>
            <a:srgbClr val="FF505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8A48983C-2096-3795-7D35-9F4686FC9A5D}"/>
              </a:ext>
            </a:extLst>
          </p:cNvPr>
          <p:cNvSpPr/>
          <p:nvPr/>
        </p:nvSpPr>
        <p:spPr>
          <a:xfrm>
            <a:off x="143436" y="3541058"/>
            <a:ext cx="1541929" cy="3496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/>
              <a:t>Arad (h=366)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30F292BB-F795-0081-BA0B-8FF090126B90}"/>
              </a:ext>
            </a:extLst>
          </p:cNvPr>
          <p:cNvCxnSpPr>
            <a:stCxn id="5" idx="2"/>
            <a:endCxn id="7" idx="0"/>
          </p:cNvCxnSpPr>
          <p:nvPr/>
        </p:nvCxnSpPr>
        <p:spPr>
          <a:xfrm>
            <a:off x="5531224" y="1963271"/>
            <a:ext cx="1555376" cy="5916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E7A7684E-0CD8-9102-16B1-D51BB087B678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5531224" y="1963271"/>
            <a:ext cx="4563035" cy="5916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C108B151-6503-4020-0D96-4976911DB791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3048001" y="1963271"/>
            <a:ext cx="2483223" cy="5916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2AE480BC-2C62-3201-4E44-574BACF57563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 flipH="1">
            <a:off x="2922496" y="2904565"/>
            <a:ext cx="125505" cy="6364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B46805A9-5707-7E8E-CD1E-88B943682A91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>
            <a:off x="3048001" y="2904565"/>
            <a:ext cx="1595719" cy="6364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D7A585AB-DB32-E577-469C-2E858ACD650F}"/>
              </a:ext>
            </a:extLst>
          </p:cNvPr>
          <p:cNvCxnSpPr>
            <a:cxnSpLocks/>
            <a:stCxn id="6" idx="2"/>
            <a:endCxn id="15" idx="0"/>
          </p:cNvCxnSpPr>
          <p:nvPr/>
        </p:nvCxnSpPr>
        <p:spPr>
          <a:xfrm>
            <a:off x="3048001" y="2904565"/>
            <a:ext cx="3556747" cy="6364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D65EF999-6768-4A88-13D4-B5E103F22E20}"/>
              </a:ext>
            </a:extLst>
          </p:cNvPr>
          <p:cNvCxnSpPr>
            <a:cxnSpLocks/>
            <a:stCxn id="13" idx="2"/>
            <a:endCxn id="19" idx="0"/>
          </p:cNvCxnSpPr>
          <p:nvPr/>
        </p:nvCxnSpPr>
        <p:spPr>
          <a:xfrm>
            <a:off x="2922496" y="3890682"/>
            <a:ext cx="1111621" cy="7351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91A88EA8-0FC8-1698-0C0E-0A38FAC06278}"/>
              </a:ext>
            </a:extLst>
          </p:cNvPr>
          <p:cNvCxnSpPr>
            <a:cxnSpLocks/>
            <a:stCxn id="6" idx="2"/>
            <a:endCxn id="2" idx="0"/>
          </p:cNvCxnSpPr>
          <p:nvPr/>
        </p:nvCxnSpPr>
        <p:spPr>
          <a:xfrm flipH="1">
            <a:off x="914401" y="2904565"/>
            <a:ext cx="2133600" cy="6364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24945105-69F1-DA5D-AA8D-16DB592448A0}"/>
              </a:ext>
            </a:extLst>
          </p:cNvPr>
          <p:cNvCxnSpPr>
            <a:cxnSpLocks/>
            <a:stCxn id="13" idx="2"/>
            <a:endCxn id="17" idx="0"/>
          </p:cNvCxnSpPr>
          <p:nvPr/>
        </p:nvCxnSpPr>
        <p:spPr>
          <a:xfrm flipH="1">
            <a:off x="1613648" y="3890682"/>
            <a:ext cx="1308848" cy="7351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82704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5AB210-53CC-1685-6634-18E34CCD8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GULOSA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27303B-776D-8FC2-BC2F-5DEB64090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Segue o melhor passo considerando somente o estado atual.</a:t>
            </a:r>
          </a:p>
          <a:p>
            <a:r>
              <a:rPr lang="pt-BR" dirty="0"/>
              <a:t>-&gt; </a:t>
            </a:r>
            <a:r>
              <a:rPr lang="pt-BR" dirty="0">
                <a:solidFill>
                  <a:srgbClr val="FF0000"/>
                </a:solidFill>
              </a:rPr>
              <a:t>Pode haver um caminho melhor seguindo algumas opções piores em alguns pontos da árvore de busca.</a:t>
            </a:r>
          </a:p>
        </p:txBody>
      </p:sp>
    </p:spTree>
    <p:extLst>
      <p:ext uri="{BB962C8B-B14F-4D97-AF65-F5344CB8AC3E}">
        <p14:creationId xmlns:p14="http://schemas.microsoft.com/office/powerpoint/2010/main" val="11614959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9338E-32ED-6824-CBFB-DA0A172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DB6279-C50D-643D-3FF9-F818A8FD7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GULOSA - Ex. Ir de Iasi a </a:t>
            </a:r>
            <a:r>
              <a:rPr lang="pt-BR" dirty="0" err="1"/>
              <a:t>Fagaras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E9A40EE-9B5A-152E-12ED-B0D199566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776" y="1260589"/>
            <a:ext cx="10300447" cy="5070785"/>
          </a:xfrm>
          <a:prstGeom prst="rect">
            <a:avLst/>
          </a:prstGeom>
        </p:spPr>
      </p:pic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A472FDA4-3F90-DEC8-6A1B-11672C8395A8}"/>
              </a:ext>
            </a:extLst>
          </p:cNvPr>
          <p:cNvCxnSpPr/>
          <p:nvPr/>
        </p:nvCxnSpPr>
        <p:spPr>
          <a:xfrm>
            <a:off x="7207624" y="2680447"/>
            <a:ext cx="600635" cy="0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E7A4C1A9-1212-CC5F-74D8-1B865AC3FD16}"/>
              </a:ext>
            </a:extLst>
          </p:cNvPr>
          <p:cNvCxnSpPr/>
          <p:nvPr/>
        </p:nvCxnSpPr>
        <p:spPr>
          <a:xfrm>
            <a:off x="4607860" y="3272118"/>
            <a:ext cx="600635" cy="0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45058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081F05-2798-55AF-2211-2448A76AF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GULOSA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F0FA45-9290-ADF9-5608-20D079A8A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Minimizar </a:t>
            </a:r>
            <a:r>
              <a:rPr lang="pt-BR" dirty="0">
                <a:solidFill>
                  <a:srgbClr val="FF0000"/>
                </a:solidFill>
              </a:rPr>
              <a:t>h</a:t>
            </a:r>
            <a:r>
              <a:rPr lang="pt-BR" dirty="0"/>
              <a:t>(n) é suscetível a falsos inícios.</a:t>
            </a:r>
          </a:p>
          <a:p>
            <a:endParaRPr lang="pt-BR" dirty="0"/>
          </a:p>
          <a:p>
            <a:r>
              <a:rPr lang="pt-BR" dirty="0"/>
              <a:t>-Ex. Ir de Iasi a </a:t>
            </a:r>
            <a:r>
              <a:rPr lang="pt-BR" dirty="0" err="1"/>
              <a:t>Fagaras</a:t>
            </a:r>
            <a:endParaRPr lang="pt-BR" dirty="0"/>
          </a:p>
          <a:p>
            <a:r>
              <a:rPr lang="pt-BR" dirty="0"/>
              <a:t>Heurística sugerirá ir a </a:t>
            </a:r>
            <a:r>
              <a:rPr lang="pt-BR" dirty="0" err="1"/>
              <a:t>Neamt</a:t>
            </a:r>
            <a:r>
              <a:rPr lang="pt-BR" dirty="0"/>
              <a:t>, que é um beco sem </a:t>
            </a:r>
            <a:r>
              <a:rPr lang="pt-BR" dirty="0" err="1"/>
              <a:t>saida</a:t>
            </a:r>
            <a:r>
              <a:rPr lang="pt-BR" dirty="0"/>
              <a:t>.</a:t>
            </a:r>
          </a:p>
          <a:p>
            <a:r>
              <a:rPr lang="pt-BR" dirty="0"/>
              <a:t>Se repetições não forem detectadas a busca </a:t>
            </a:r>
            <a:r>
              <a:rPr lang="pt-BR" dirty="0" err="1"/>
              <a:t>entraá</a:t>
            </a:r>
            <a:r>
              <a:rPr lang="pt-BR" dirty="0"/>
              <a:t> em loop.</a:t>
            </a:r>
          </a:p>
        </p:txBody>
      </p:sp>
    </p:spTree>
    <p:extLst>
      <p:ext uri="{BB962C8B-B14F-4D97-AF65-F5344CB8AC3E}">
        <p14:creationId xmlns:p14="http://schemas.microsoft.com/office/powerpoint/2010/main" val="222390342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0394E-5623-002C-DAF3-4B4B96FB9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GULOSA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374163-AAD9-972E-A984-38F07B86F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>
                <a:solidFill>
                  <a:srgbClr val="000050"/>
                </a:solidFill>
              </a:rPr>
              <a:t>Não é Completa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Pode ficar presa em laços, como:</a:t>
            </a:r>
          </a:p>
          <a:p>
            <a:pPr lvl="2"/>
            <a:r>
              <a:rPr lang="pt-BR" dirty="0"/>
              <a:t>Iasi -&gt; </a:t>
            </a:r>
            <a:r>
              <a:rPr lang="pt-BR" dirty="0" err="1"/>
              <a:t>Neamt</a:t>
            </a:r>
            <a:r>
              <a:rPr lang="pt-BR" dirty="0"/>
              <a:t> -&gt; Iasi -&gt; </a:t>
            </a:r>
            <a:r>
              <a:rPr lang="pt-BR" dirty="0" err="1"/>
              <a:t>Neamt</a:t>
            </a:r>
            <a:endParaRPr lang="pt-BR" dirty="0"/>
          </a:p>
          <a:p>
            <a:r>
              <a:rPr lang="pt-BR" b="1" dirty="0">
                <a:solidFill>
                  <a:srgbClr val="000050"/>
                </a:solidFill>
              </a:rPr>
              <a:t>Não é ótima</a:t>
            </a:r>
          </a:p>
          <a:p>
            <a:r>
              <a:rPr lang="pt-BR" b="1" dirty="0">
                <a:solidFill>
                  <a:srgbClr val="000050"/>
                </a:solidFill>
              </a:rPr>
              <a:t>Espaço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Mantém todos os nós na memória</a:t>
            </a:r>
          </a:p>
        </p:txBody>
      </p:sp>
    </p:spTree>
    <p:extLst>
      <p:ext uri="{BB962C8B-B14F-4D97-AF65-F5344CB8AC3E}">
        <p14:creationId xmlns:p14="http://schemas.microsoft.com/office/powerpoint/2010/main" val="18104466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3A999-8E29-329E-4E96-2AA379921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55E315-3001-3D03-8B82-A435E35F6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</a:t>
            </a:r>
            <a:r>
              <a:rPr lang="pt-BR" dirty="0">
                <a:solidFill>
                  <a:srgbClr val="FF0000"/>
                </a:solidFill>
              </a:rPr>
              <a:t>A*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D253E3-A318-88BB-746E-3E145A69C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>
                <a:solidFill>
                  <a:srgbClr val="000050"/>
                </a:solidFill>
              </a:rPr>
              <a:t>Ideia</a:t>
            </a:r>
            <a:r>
              <a:rPr lang="pt-BR" dirty="0"/>
              <a:t>: Evitar expandir caminhos caros</a:t>
            </a:r>
          </a:p>
          <a:p>
            <a:r>
              <a:rPr lang="pt-BR" dirty="0"/>
              <a:t>Função de avaliação </a:t>
            </a:r>
          </a:p>
          <a:p>
            <a:pPr lvl="1"/>
            <a:r>
              <a:rPr lang="pt-BR" b="1" dirty="0">
                <a:solidFill>
                  <a:srgbClr val="FF0000"/>
                </a:solidFill>
              </a:rPr>
              <a:t>f(n)=g(n)+h(n)</a:t>
            </a:r>
          </a:p>
          <a:p>
            <a:pPr lvl="1"/>
            <a:r>
              <a:rPr lang="pt-BR" dirty="0"/>
              <a:t>f(n) = custo total estimado do caminho através de n até o objetivo.</a:t>
            </a:r>
          </a:p>
          <a:p>
            <a:pPr lvl="1"/>
            <a:r>
              <a:rPr lang="pt-BR" dirty="0"/>
              <a:t>g(n) = custo para alcançar n</a:t>
            </a:r>
          </a:p>
          <a:p>
            <a:pPr lvl="1"/>
            <a:r>
              <a:rPr lang="pt-BR" dirty="0"/>
              <a:t>h(n) = custo estimado de n até o objetivo</a:t>
            </a:r>
          </a:p>
        </p:txBody>
      </p:sp>
      <p:sp>
        <p:nvSpPr>
          <p:cNvPr id="4" name="Estrela: 5 Pontas 3">
            <a:extLst>
              <a:ext uri="{FF2B5EF4-FFF2-40B4-BE49-F238E27FC236}">
                <a16:creationId xmlns:a16="http://schemas.microsoft.com/office/drawing/2014/main" id="{4A85DCD4-8236-AFE9-0721-15CE3B293611}"/>
              </a:ext>
            </a:extLst>
          </p:cNvPr>
          <p:cNvSpPr/>
          <p:nvPr/>
        </p:nvSpPr>
        <p:spPr>
          <a:xfrm>
            <a:off x="3067050" y="771525"/>
            <a:ext cx="333375" cy="265906"/>
          </a:xfrm>
          <a:prstGeom prst="star5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12044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0143E-D4D4-AF60-9122-EAB870BF3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B6985E3-A28A-C4EF-93F1-3844136FC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A* (EXEMPLO)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7AA9842-5F95-B643-4414-505E0FADB91D}"/>
              </a:ext>
            </a:extLst>
          </p:cNvPr>
          <p:cNvSpPr/>
          <p:nvPr/>
        </p:nvSpPr>
        <p:spPr>
          <a:xfrm>
            <a:off x="4643719" y="1470210"/>
            <a:ext cx="2169457" cy="51995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Arad 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f(366) = g(0) +h(366)</a:t>
            </a:r>
          </a:p>
        </p:txBody>
      </p:sp>
      <p:sp>
        <p:nvSpPr>
          <p:cNvPr id="84" name="Seta: para a Direita 83">
            <a:extLst>
              <a:ext uri="{FF2B5EF4-FFF2-40B4-BE49-F238E27FC236}">
                <a16:creationId xmlns:a16="http://schemas.microsoft.com/office/drawing/2014/main" id="{03556740-A6C0-6AAE-C720-265937FC10D5}"/>
              </a:ext>
            </a:extLst>
          </p:cNvPr>
          <p:cNvSpPr/>
          <p:nvPr/>
        </p:nvSpPr>
        <p:spPr>
          <a:xfrm>
            <a:off x="4226333" y="1614140"/>
            <a:ext cx="249117" cy="308009"/>
          </a:xfrm>
          <a:prstGeom prst="rightArrow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193113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79E28-201E-82F0-6172-52D150D67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20EE855-ADAA-A673-1CBA-10F97FF8A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A* (EXEMPLO)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AB8A171A-4A4E-EAF1-AB00-8C6FDB87340B}"/>
              </a:ext>
            </a:extLst>
          </p:cNvPr>
          <p:cNvSpPr/>
          <p:nvPr/>
        </p:nvSpPr>
        <p:spPr>
          <a:xfrm>
            <a:off x="4643719" y="1470210"/>
            <a:ext cx="2169457" cy="51995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Arad 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f(366) = g(0) +h(366)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9B48076-5843-DCB1-7999-8E154A9FD180}"/>
              </a:ext>
            </a:extLst>
          </p:cNvPr>
          <p:cNvSpPr/>
          <p:nvPr/>
        </p:nvSpPr>
        <p:spPr>
          <a:xfrm>
            <a:off x="1767841" y="2554941"/>
            <a:ext cx="2070796" cy="4693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Sibiu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f(393) = g(140) +h(253)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8D675C4-9B3E-2BB0-CF58-B2EFFB45FD1D}"/>
              </a:ext>
            </a:extLst>
          </p:cNvPr>
          <p:cNvSpPr/>
          <p:nvPr/>
        </p:nvSpPr>
        <p:spPr>
          <a:xfrm>
            <a:off x="5806442" y="2554940"/>
            <a:ext cx="2070796" cy="4693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Timisoara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 f(447) = g(118) +h(329)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1AA95C9E-EC0A-EB77-AD24-8C80952D1FC1}"/>
              </a:ext>
            </a:extLst>
          </p:cNvPr>
          <p:cNvSpPr/>
          <p:nvPr/>
        </p:nvSpPr>
        <p:spPr>
          <a:xfrm>
            <a:off x="8946780" y="2554940"/>
            <a:ext cx="1991367" cy="4693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err="1">
                <a:solidFill>
                  <a:schemeClr val="tx1"/>
                </a:solidFill>
              </a:rPr>
              <a:t>Zerind</a:t>
            </a:r>
            <a:endParaRPr lang="pt-BR" sz="1400" dirty="0">
              <a:solidFill>
                <a:schemeClr val="tx1"/>
              </a:solidFill>
            </a:endParaRP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f(449) = g(75) +h(374)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942476C0-5C4D-33B9-ECC9-3B0E02972432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5728448" y="1990165"/>
            <a:ext cx="1113392" cy="5647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0C42209B-73AC-6675-6B06-06AB8D213515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5728448" y="1990165"/>
            <a:ext cx="4214016" cy="5647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60E097FC-DF83-5AFF-7DD0-51A29ACBA471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2803239" y="1990165"/>
            <a:ext cx="2925209" cy="5647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Seta: para a Direita 84">
            <a:extLst>
              <a:ext uri="{FF2B5EF4-FFF2-40B4-BE49-F238E27FC236}">
                <a16:creationId xmlns:a16="http://schemas.microsoft.com/office/drawing/2014/main" id="{3E73CE9A-F610-5750-6499-AE2EDF702E4E}"/>
              </a:ext>
            </a:extLst>
          </p:cNvPr>
          <p:cNvSpPr/>
          <p:nvPr/>
        </p:nvSpPr>
        <p:spPr>
          <a:xfrm>
            <a:off x="1341245" y="2666932"/>
            <a:ext cx="249117" cy="308009"/>
          </a:xfrm>
          <a:prstGeom prst="rightArrow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400">
              <a:solidFill>
                <a:schemeClr val="tx1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BEBED9F-DB3A-B5EF-6C66-9DEE2A9248B0}"/>
              </a:ext>
            </a:extLst>
          </p:cNvPr>
          <p:cNvSpPr txBox="1"/>
          <p:nvPr/>
        </p:nvSpPr>
        <p:spPr>
          <a:xfrm>
            <a:off x="3370556" y="2035871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140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3F26F30-5ACA-AD80-67F9-9EE13122D7BD}"/>
              </a:ext>
            </a:extLst>
          </p:cNvPr>
          <p:cNvSpPr txBox="1"/>
          <p:nvPr/>
        </p:nvSpPr>
        <p:spPr>
          <a:xfrm>
            <a:off x="6527099" y="2220537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118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B6B19DB-9B11-984B-12E1-EE9C522700BE}"/>
              </a:ext>
            </a:extLst>
          </p:cNvPr>
          <p:cNvSpPr txBox="1"/>
          <p:nvPr/>
        </p:nvSpPr>
        <p:spPr>
          <a:xfrm>
            <a:off x="7926569" y="1945702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75</a:t>
            </a:r>
          </a:p>
        </p:txBody>
      </p:sp>
    </p:spTree>
    <p:extLst>
      <p:ext uri="{BB962C8B-B14F-4D97-AF65-F5344CB8AC3E}">
        <p14:creationId xmlns:p14="http://schemas.microsoft.com/office/powerpoint/2010/main" val="363138060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D6554-B718-BACA-8821-62099A9BD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5AEBB6A-A284-0DFD-1408-912300746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A* (EXEMPLO)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9E0B8C93-BB2E-E895-E282-A24E588A509C}"/>
              </a:ext>
            </a:extLst>
          </p:cNvPr>
          <p:cNvSpPr/>
          <p:nvPr/>
        </p:nvSpPr>
        <p:spPr>
          <a:xfrm>
            <a:off x="4643719" y="1470210"/>
            <a:ext cx="2169457" cy="51995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Arad 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f(366) = g(0) +h(366)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D30CEDC-1B70-DCA2-B336-A3E716A82B86}"/>
              </a:ext>
            </a:extLst>
          </p:cNvPr>
          <p:cNvSpPr/>
          <p:nvPr/>
        </p:nvSpPr>
        <p:spPr>
          <a:xfrm>
            <a:off x="1767841" y="2554941"/>
            <a:ext cx="2070796" cy="4693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Sibiu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f(393) = g(140) +h(253)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EAC35B5-D780-8DFE-7A2D-79AE62B05A43}"/>
              </a:ext>
            </a:extLst>
          </p:cNvPr>
          <p:cNvSpPr/>
          <p:nvPr/>
        </p:nvSpPr>
        <p:spPr>
          <a:xfrm>
            <a:off x="5806442" y="2554940"/>
            <a:ext cx="2070796" cy="4693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Timisoara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 f(447) = g(118) +h(329)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62CE203C-69A7-55E0-D34D-EEFA223D59CC}"/>
              </a:ext>
            </a:extLst>
          </p:cNvPr>
          <p:cNvSpPr/>
          <p:nvPr/>
        </p:nvSpPr>
        <p:spPr>
          <a:xfrm>
            <a:off x="8946780" y="2554940"/>
            <a:ext cx="1991367" cy="4693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err="1">
                <a:solidFill>
                  <a:schemeClr val="tx1"/>
                </a:solidFill>
              </a:rPr>
              <a:t>Zerind</a:t>
            </a:r>
            <a:endParaRPr lang="pt-BR" sz="1400" dirty="0">
              <a:solidFill>
                <a:schemeClr val="tx1"/>
              </a:solidFill>
            </a:endParaRP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f(449) = g(75) +h(374)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B094B6E-2DEB-7157-AC29-4A848A4FF368}"/>
              </a:ext>
            </a:extLst>
          </p:cNvPr>
          <p:cNvSpPr/>
          <p:nvPr/>
        </p:nvSpPr>
        <p:spPr>
          <a:xfrm>
            <a:off x="2814472" y="3541057"/>
            <a:ext cx="2026986" cy="4693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err="1">
                <a:solidFill>
                  <a:schemeClr val="tx1"/>
                </a:solidFill>
              </a:rPr>
              <a:t>Fagaras</a:t>
            </a:r>
            <a:r>
              <a:rPr lang="pt-BR" sz="14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f(415) = g(239) +h(176)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C461FDCC-20AE-0CCA-89BD-894B16549A62}"/>
              </a:ext>
            </a:extLst>
          </p:cNvPr>
          <p:cNvSpPr/>
          <p:nvPr/>
        </p:nvSpPr>
        <p:spPr>
          <a:xfrm>
            <a:off x="5511056" y="3541057"/>
            <a:ext cx="2026986" cy="4693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Oradea 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f(671) = g(291) +h(380)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9AF98A92-01F1-A029-BCC7-5B56C4EE459A}"/>
              </a:ext>
            </a:extLst>
          </p:cNvPr>
          <p:cNvSpPr/>
          <p:nvPr/>
        </p:nvSpPr>
        <p:spPr>
          <a:xfrm>
            <a:off x="8966050" y="3541057"/>
            <a:ext cx="2133484" cy="4693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err="1">
                <a:solidFill>
                  <a:schemeClr val="tx1"/>
                </a:solidFill>
              </a:rPr>
              <a:t>Rimnicu</a:t>
            </a:r>
            <a:r>
              <a:rPr lang="pt-BR" sz="1400" dirty="0">
                <a:solidFill>
                  <a:schemeClr val="tx1"/>
                </a:solidFill>
              </a:rPr>
              <a:t> </a:t>
            </a:r>
            <a:r>
              <a:rPr lang="pt-BR" sz="1400" dirty="0" err="1">
                <a:solidFill>
                  <a:schemeClr val="tx1"/>
                </a:solidFill>
              </a:rPr>
              <a:t>Vilcea</a:t>
            </a:r>
            <a:r>
              <a:rPr lang="pt-BR" sz="14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f(413) = g(220) +h(193)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5C7E3AC6-AF91-0E0C-3CA2-A552D20E7053}"/>
              </a:ext>
            </a:extLst>
          </p:cNvPr>
          <p:cNvSpPr/>
          <p:nvPr/>
        </p:nvSpPr>
        <p:spPr>
          <a:xfrm>
            <a:off x="143437" y="3541057"/>
            <a:ext cx="2026986" cy="4693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Arad 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f(646) = g(280) +h(366)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FDD3C0D7-DA74-9B6D-A7C7-17D73B49B0AC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5728448" y="1990165"/>
            <a:ext cx="1113392" cy="5647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34E38285-01C4-FC48-080A-75F9D60B1B45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5728448" y="1990165"/>
            <a:ext cx="4214016" cy="5647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E5EB523B-63DE-8689-8E99-8F78CDBE5146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2803239" y="1990165"/>
            <a:ext cx="2925209" cy="5647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8CF4AD1B-7A8C-8425-C1A3-D79C38811AD7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>
            <a:off x="2803239" y="3024302"/>
            <a:ext cx="1024726" cy="5167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DCC24785-DFFD-FFB1-768D-5F62B948611A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>
            <a:off x="2803239" y="3024302"/>
            <a:ext cx="3721310" cy="5167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1D851490-C5C5-A31E-866F-BA15826B95C0}"/>
              </a:ext>
            </a:extLst>
          </p:cNvPr>
          <p:cNvCxnSpPr>
            <a:cxnSpLocks/>
            <a:stCxn id="6" idx="2"/>
            <a:endCxn id="15" idx="0"/>
          </p:cNvCxnSpPr>
          <p:nvPr/>
        </p:nvCxnSpPr>
        <p:spPr>
          <a:xfrm>
            <a:off x="2803239" y="3024302"/>
            <a:ext cx="7229553" cy="5167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F5E94B03-1E5C-33AC-0160-3F87215160DE}"/>
              </a:ext>
            </a:extLst>
          </p:cNvPr>
          <p:cNvCxnSpPr>
            <a:cxnSpLocks/>
            <a:stCxn id="6" idx="2"/>
            <a:endCxn id="2" idx="0"/>
          </p:cNvCxnSpPr>
          <p:nvPr/>
        </p:nvCxnSpPr>
        <p:spPr>
          <a:xfrm flipH="1">
            <a:off x="1156930" y="3024302"/>
            <a:ext cx="1646309" cy="5167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Seta: para a Direita 85">
            <a:extLst>
              <a:ext uri="{FF2B5EF4-FFF2-40B4-BE49-F238E27FC236}">
                <a16:creationId xmlns:a16="http://schemas.microsoft.com/office/drawing/2014/main" id="{AB812431-0790-5CEE-2CFF-BC1D32B6057B}"/>
              </a:ext>
            </a:extLst>
          </p:cNvPr>
          <p:cNvSpPr/>
          <p:nvPr/>
        </p:nvSpPr>
        <p:spPr>
          <a:xfrm>
            <a:off x="8525020" y="3629514"/>
            <a:ext cx="249117" cy="308009"/>
          </a:xfrm>
          <a:prstGeom prst="rightArrow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165260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A7C32-CBF3-FAAB-F72A-888A85035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017A6DE-24D8-BCFF-C6D5-8E69DC3B9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A* (EXEMPLO)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F939DD1-6E7A-A209-050B-553F0FBB132B}"/>
              </a:ext>
            </a:extLst>
          </p:cNvPr>
          <p:cNvSpPr/>
          <p:nvPr/>
        </p:nvSpPr>
        <p:spPr>
          <a:xfrm>
            <a:off x="4643719" y="1470210"/>
            <a:ext cx="2169457" cy="51995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Arad 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f(366) = g(0) +h(366)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E604793-42F3-FD92-F985-A798C3D39310}"/>
              </a:ext>
            </a:extLst>
          </p:cNvPr>
          <p:cNvSpPr/>
          <p:nvPr/>
        </p:nvSpPr>
        <p:spPr>
          <a:xfrm>
            <a:off x="1767841" y="2554941"/>
            <a:ext cx="2070796" cy="4693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Sibiu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f(393) = g(140) +h(253)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8F4B2FB-32DB-5A51-0177-9DD6B8DAAF1F}"/>
              </a:ext>
            </a:extLst>
          </p:cNvPr>
          <p:cNvSpPr/>
          <p:nvPr/>
        </p:nvSpPr>
        <p:spPr>
          <a:xfrm>
            <a:off x="5806442" y="2554940"/>
            <a:ext cx="2070796" cy="4693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Timisoara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 f(447) = g(118) +h(329)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1D99CCF1-7620-50F9-F0C6-068F87C3B527}"/>
              </a:ext>
            </a:extLst>
          </p:cNvPr>
          <p:cNvSpPr/>
          <p:nvPr/>
        </p:nvSpPr>
        <p:spPr>
          <a:xfrm>
            <a:off x="8946780" y="2554940"/>
            <a:ext cx="1991367" cy="4693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err="1">
                <a:solidFill>
                  <a:schemeClr val="tx1"/>
                </a:solidFill>
              </a:rPr>
              <a:t>Zerind</a:t>
            </a:r>
            <a:endParaRPr lang="pt-BR" sz="1400" dirty="0">
              <a:solidFill>
                <a:schemeClr val="tx1"/>
              </a:solidFill>
            </a:endParaRP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f(449) = g(75) +h(374)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C923DE39-6151-6D26-A699-8D0967FC6A0D}"/>
              </a:ext>
            </a:extLst>
          </p:cNvPr>
          <p:cNvSpPr/>
          <p:nvPr/>
        </p:nvSpPr>
        <p:spPr>
          <a:xfrm>
            <a:off x="2814472" y="3541057"/>
            <a:ext cx="2026986" cy="4693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err="1">
                <a:solidFill>
                  <a:schemeClr val="tx1"/>
                </a:solidFill>
              </a:rPr>
              <a:t>Fagaras</a:t>
            </a:r>
            <a:r>
              <a:rPr lang="pt-BR" sz="14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f(415) = g(239) +h(176)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E27AAC40-D8F5-DEAE-7F92-59F5EE49E9F8}"/>
              </a:ext>
            </a:extLst>
          </p:cNvPr>
          <p:cNvSpPr/>
          <p:nvPr/>
        </p:nvSpPr>
        <p:spPr>
          <a:xfrm>
            <a:off x="5511056" y="3541057"/>
            <a:ext cx="2026986" cy="4693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Oradea 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f(671) = g(291) +h(380)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D2306649-F1C6-BEC2-0FB7-53ED3CF8C9DD}"/>
              </a:ext>
            </a:extLst>
          </p:cNvPr>
          <p:cNvSpPr/>
          <p:nvPr/>
        </p:nvSpPr>
        <p:spPr>
          <a:xfrm>
            <a:off x="8966050" y="3541057"/>
            <a:ext cx="2133484" cy="4693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err="1">
                <a:solidFill>
                  <a:schemeClr val="tx1"/>
                </a:solidFill>
              </a:rPr>
              <a:t>Rimnicu</a:t>
            </a:r>
            <a:r>
              <a:rPr lang="pt-BR" sz="1400" dirty="0">
                <a:solidFill>
                  <a:schemeClr val="tx1"/>
                </a:solidFill>
              </a:rPr>
              <a:t> </a:t>
            </a:r>
            <a:r>
              <a:rPr lang="pt-BR" sz="1400" dirty="0" err="1">
                <a:solidFill>
                  <a:schemeClr val="tx1"/>
                </a:solidFill>
              </a:rPr>
              <a:t>Vilcea</a:t>
            </a:r>
            <a:r>
              <a:rPr lang="pt-BR" sz="14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f(413) = g(220) +h(193)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C172CB8-69F2-E8EE-EE4D-D5F2474BB3E1}"/>
              </a:ext>
            </a:extLst>
          </p:cNvPr>
          <p:cNvSpPr/>
          <p:nvPr/>
        </p:nvSpPr>
        <p:spPr>
          <a:xfrm>
            <a:off x="143437" y="3541057"/>
            <a:ext cx="2026986" cy="4693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Arad 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f(646) = g(280) +h(366)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AF5C8188-FDF8-E7D1-CD46-7D3D893CEBE1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5728448" y="1990165"/>
            <a:ext cx="1113392" cy="5647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BFD4F8EF-D55E-57DC-54E2-92BF623F4C9D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5728448" y="1990165"/>
            <a:ext cx="4214016" cy="5647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FB83ADE1-F774-E2FB-0723-7009DB1CBB06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2803239" y="1990165"/>
            <a:ext cx="2925209" cy="5647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D4212CDE-8CF5-5C8B-697F-7A236C191238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>
            <a:off x="2803239" y="3024302"/>
            <a:ext cx="1024726" cy="5167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8D87BA1F-27A1-B504-B1EC-182473B8A162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>
            <a:off x="2803239" y="3024302"/>
            <a:ext cx="3721310" cy="5167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FD3AFB1D-F1A9-DE2A-346F-6F5371F87A67}"/>
              </a:ext>
            </a:extLst>
          </p:cNvPr>
          <p:cNvCxnSpPr>
            <a:cxnSpLocks/>
            <a:stCxn id="6" idx="2"/>
            <a:endCxn id="15" idx="0"/>
          </p:cNvCxnSpPr>
          <p:nvPr/>
        </p:nvCxnSpPr>
        <p:spPr>
          <a:xfrm>
            <a:off x="2803239" y="3024302"/>
            <a:ext cx="7229553" cy="5167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1E421576-BFC3-47C4-7533-60E6CB3E8C2F}"/>
              </a:ext>
            </a:extLst>
          </p:cNvPr>
          <p:cNvCxnSpPr>
            <a:cxnSpLocks/>
            <a:stCxn id="6" idx="2"/>
            <a:endCxn id="2" idx="0"/>
          </p:cNvCxnSpPr>
          <p:nvPr/>
        </p:nvCxnSpPr>
        <p:spPr>
          <a:xfrm flipH="1">
            <a:off x="1156930" y="3024302"/>
            <a:ext cx="1646309" cy="5167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etângulo: Cantos Arredondados 111">
            <a:extLst>
              <a:ext uri="{FF2B5EF4-FFF2-40B4-BE49-F238E27FC236}">
                <a16:creationId xmlns:a16="http://schemas.microsoft.com/office/drawing/2014/main" id="{98239908-8052-B208-4701-C06ACFCB1CD3}"/>
              </a:ext>
            </a:extLst>
          </p:cNvPr>
          <p:cNvSpPr/>
          <p:nvPr/>
        </p:nvSpPr>
        <p:spPr>
          <a:xfrm>
            <a:off x="7369218" y="4638147"/>
            <a:ext cx="2073112" cy="43001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Pitesti 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f(417) = g(317) +h(100)</a:t>
            </a:r>
          </a:p>
        </p:txBody>
      </p:sp>
      <p:sp>
        <p:nvSpPr>
          <p:cNvPr id="113" name="Retângulo: Cantos Arredondados 112">
            <a:extLst>
              <a:ext uri="{FF2B5EF4-FFF2-40B4-BE49-F238E27FC236}">
                <a16:creationId xmlns:a16="http://schemas.microsoft.com/office/drawing/2014/main" id="{20489DC4-12C2-FDC4-158C-A9DA54171FEF}"/>
              </a:ext>
            </a:extLst>
          </p:cNvPr>
          <p:cNvSpPr/>
          <p:nvPr/>
        </p:nvSpPr>
        <p:spPr>
          <a:xfrm>
            <a:off x="9610166" y="4638146"/>
            <a:ext cx="1937499" cy="4580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Sibiu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f(553) = g(300) +h(253)</a:t>
            </a:r>
          </a:p>
        </p:txBody>
      </p:sp>
      <p:cxnSp>
        <p:nvCxnSpPr>
          <p:cNvPr id="114" name="Conector reto 113">
            <a:extLst>
              <a:ext uri="{FF2B5EF4-FFF2-40B4-BE49-F238E27FC236}">
                <a16:creationId xmlns:a16="http://schemas.microsoft.com/office/drawing/2014/main" id="{360EE2A0-9AA7-B2E1-9131-96AB0A0A2C6C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32792" y="4010418"/>
            <a:ext cx="348339" cy="6153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reto 114">
            <a:extLst>
              <a:ext uri="{FF2B5EF4-FFF2-40B4-BE49-F238E27FC236}">
                <a16:creationId xmlns:a16="http://schemas.microsoft.com/office/drawing/2014/main" id="{005A7A7B-3E46-01CD-E078-FA2785193AD7}"/>
              </a:ext>
            </a:extLst>
          </p:cNvPr>
          <p:cNvCxnSpPr>
            <a:cxnSpLocks/>
            <a:stCxn id="15" idx="2"/>
            <a:endCxn id="112" idx="0"/>
          </p:cNvCxnSpPr>
          <p:nvPr/>
        </p:nvCxnSpPr>
        <p:spPr>
          <a:xfrm flipH="1">
            <a:off x="8405774" y="4010418"/>
            <a:ext cx="1627018" cy="6277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tângulo: Cantos Arredondados 122">
            <a:extLst>
              <a:ext uri="{FF2B5EF4-FFF2-40B4-BE49-F238E27FC236}">
                <a16:creationId xmlns:a16="http://schemas.microsoft.com/office/drawing/2014/main" id="{5A2A89BA-AF87-8512-2B56-6EDD480CB478}"/>
              </a:ext>
            </a:extLst>
          </p:cNvPr>
          <p:cNvSpPr/>
          <p:nvPr/>
        </p:nvSpPr>
        <p:spPr>
          <a:xfrm>
            <a:off x="4754098" y="4622907"/>
            <a:ext cx="2073112" cy="43001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Craiova 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f(526) = g(366) +h(160)</a:t>
            </a:r>
          </a:p>
        </p:txBody>
      </p:sp>
      <p:sp>
        <p:nvSpPr>
          <p:cNvPr id="126" name="Seta: para a Direita 125">
            <a:extLst>
              <a:ext uri="{FF2B5EF4-FFF2-40B4-BE49-F238E27FC236}">
                <a16:creationId xmlns:a16="http://schemas.microsoft.com/office/drawing/2014/main" id="{95956C68-0426-CE62-8BB3-568EAEADF85D}"/>
              </a:ext>
            </a:extLst>
          </p:cNvPr>
          <p:cNvSpPr/>
          <p:nvPr/>
        </p:nvSpPr>
        <p:spPr>
          <a:xfrm>
            <a:off x="2510751" y="3621732"/>
            <a:ext cx="249117" cy="308009"/>
          </a:xfrm>
          <a:prstGeom prst="rightArrow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400" dirty="0">
              <a:solidFill>
                <a:schemeClr val="tx1"/>
              </a:solidFill>
            </a:endParaRPr>
          </a:p>
        </p:txBody>
      </p:sp>
      <p:cxnSp>
        <p:nvCxnSpPr>
          <p:cNvPr id="127" name="Conector reto 126">
            <a:extLst>
              <a:ext uri="{FF2B5EF4-FFF2-40B4-BE49-F238E27FC236}">
                <a16:creationId xmlns:a16="http://schemas.microsoft.com/office/drawing/2014/main" id="{2DDDFA31-573E-F236-5C6D-201BE4AB7B50}"/>
              </a:ext>
            </a:extLst>
          </p:cNvPr>
          <p:cNvCxnSpPr>
            <a:cxnSpLocks/>
            <a:stCxn id="15" idx="2"/>
            <a:endCxn id="123" idx="0"/>
          </p:cNvCxnSpPr>
          <p:nvPr/>
        </p:nvCxnSpPr>
        <p:spPr>
          <a:xfrm flipH="1">
            <a:off x="5790654" y="4010418"/>
            <a:ext cx="4242138" cy="6124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87489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BE4F4-0009-1A93-3C06-348E9505B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112724F-314E-C040-A625-2A78D09B7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A* (EXEMPLO)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6197646F-5BF0-3DA8-50D5-061D10F16BDB}"/>
              </a:ext>
            </a:extLst>
          </p:cNvPr>
          <p:cNvSpPr/>
          <p:nvPr/>
        </p:nvSpPr>
        <p:spPr>
          <a:xfrm>
            <a:off x="4643719" y="1470210"/>
            <a:ext cx="2169457" cy="51995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Arad 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f(366) = g(0) +h(366)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EB96B35-D625-32C4-D9C5-819D69BAA9B3}"/>
              </a:ext>
            </a:extLst>
          </p:cNvPr>
          <p:cNvSpPr/>
          <p:nvPr/>
        </p:nvSpPr>
        <p:spPr>
          <a:xfrm>
            <a:off x="1767841" y="2554941"/>
            <a:ext cx="2070796" cy="4693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Sibiu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f(393) = g(140) +h(253)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E99BE31-8A4D-FCEE-6462-A6BEFD938FCE}"/>
              </a:ext>
            </a:extLst>
          </p:cNvPr>
          <p:cNvSpPr/>
          <p:nvPr/>
        </p:nvSpPr>
        <p:spPr>
          <a:xfrm>
            <a:off x="5806442" y="2554940"/>
            <a:ext cx="2070796" cy="4693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Timisoara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 f(447) = g(118) +h(329)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9441B115-D05A-9FF5-AD7D-C0CFB0A90C91}"/>
              </a:ext>
            </a:extLst>
          </p:cNvPr>
          <p:cNvSpPr/>
          <p:nvPr/>
        </p:nvSpPr>
        <p:spPr>
          <a:xfrm>
            <a:off x="8946780" y="2554940"/>
            <a:ext cx="1991367" cy="4693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err="1">
                <a:solidFill>
                  <a:schemeClr val="tx1"/>
                </a:solidFill>
              </a:rPr>
              <a:t>Zerind</a:t>
            </a:r>
            <a:endParaRPr lang="pt-BR" sz="1400" dirty="0">
              <a:solidFill>
                <a:schemeClr val="tx1"/>
              </a:solidFill>
            </a:endParaRP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f(449) = g(75) +h(374)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126A068-51D7-4EB4-CB4A-282DDFD3AAD5}"/>
              </a:ext>
            </a:extLst>
          </p:cNvPr>
          <p:cNvSpPr/>
          <p:nvPr/>
        </p:nvSpPr>
        <p:spPr>
          <a:xfrm>
            <a:off x="2814472" y="3541057"/>
            <a:ext cx="2026986" cy="4693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err="1">
                <a:solidFill>
                  <a:schemeClr val="tx1"/>
                </a:solidFill>
              </a:rPr>
              <a:t>Fagaras</a:t>
            </a:r>
            <a:r>
              <a:rPr lang="pt-BR" sz="14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f(415) = g(239) +h(176)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52C3C5B4-10A3-4E1F-CC4F-484896710C07}"/>
              </a:ext>
            </a:extLst>
          </p:cNvPr>
          <p:cNvSpPr/>
          <p:nvPr/>
        </p:nvSpPr>
        <p:spPr>
          <a:xfrm>
            <a:off x="5511056" y="3541057"/>
            <a:ext cx="2026986" cy="4693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Oradea 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f(671) = g(291) +h(380)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2DDFB58E-E47A-C7CC-1DB0-A808392D9C49}"/>
              </a:ext>
            </a:extLst>
          </p:cNvPr>
          <p:cNvSpPr/>
          <p:nvPr/>
        </p:nvSpPr>
        <p:spPr>
          <a:xfrm>
            <a:off x="8966050" y="3541057"/>
            <a:ext cx="2133484" cy="4693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err="1">
                <a:solidFill>
                  <a:schemeClr val="tx1"/>
                </a:solidFill>
              </a:rPr>
              <a:t>Rimnicu</a:t>
            </a:r>
            <a:r>
              <a:rPr lang="pt-BR" sz="1400" dirty="0">
                <a:solidFill>
                  <a:schemeClr val="tx1"/>
                </a:solidFill>
              </a:rPr>
              <a:t> </a:t>
            </a:r>
            <a:r>
              <a:rPr lang="pt-BR" sz="1400" dirty="0" err="1">
                <a:solidFill>
                  <a:schemeClr val="tx1"/>
                </a:solidFill>
              </a:rPr>
              <a:t>Vilcea</a:t>
            </a:r>
            <a:r>
              <a:rPr lang="pt-BR" sz="14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f(413) = g(220) +h(193)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9F12008D-31C4-A62A-3120-95232061C94A}"/>
              </a:ext>
            </a:extLst>
          </p:cNvPr>
          <p:cNvSpPr/>
          <p:nvPr/>
        </p:nvSpPr>
        <p:spPr>
          <a:xfrm>
            <a:off x="54619" y="4592096"/>
            <a:ext cx="2026986" cy="47606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Sibiu 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f(591) = g(338) +h(253)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19B21538-AF94-431D-BF43-9D5B9FE83D4F}"/>
              </a:ext>
            </a:extLst>
          </p:cNvPr>
          <p:cNvSpPr/>
          <p:nvPr/>
        </p:nvSpPr>
        <p:spPr>
          <a:xfrm>
            <a:off x="2196353" y="4613484"/>
            <a:ext cx="2038945" cy="43943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err="1">
                <a:solidFill>
                  <a:schemeClr val="tx1"/>
                </a:solidFill>
              </a:rPr>
              <a:t>Bucharest</a:t>
            </a:r>
            <a:endParaRPr lang="pt-BR" sz="1400" dirty="0">
              <a:solidFill>
                <a:schemeClr val="tx1"/>
              </a:solidFill>
            </a:endParaRP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f(450) = g(450) +h(0) 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68C85A8-6F05-3846-516D-3CD0073651F6}"/>
              </a:ext>
            </a:extLst>
          </p:cNvPr>
          <p:cNvSpPr/>
          <p:nvPr/>
        </p:nvSpPr>
        <p:spPr>
          <a:xfrm>
            <a:off x="143437" y="3541057"/>
            <a:ext cx="2026986" cy="4693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Arad 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f(646) = g(280) +h(366)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973F316-9279-3519-3BF1-68D1B2C35486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5728448" y="1990165"/>
            <a:ext cx="1113392" cy="5647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1D0B3350-3324-6956-0476-F383B1B9B38E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5728448" y="1990165"/>
            <a:ext cx="4214016" cy="5647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F26A7515-B16F-405E-5625-DCD60125B6CC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2803239" y="1990165"/>
            <a:ext cx="2925209" cy="5647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699E17E6-C479-AE42-EB6D-DE3B0C43ED35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>
            <a:off x="2803239" y="3024302"/>
            <a:ext cx="1024726" cy="5167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2415ABFA-0731-E98A-7DFD-2719D3501611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>
            <a:off x="2803239" y="3024302"/>
            <a:ext cx="3721310" cy="5167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7F6F8378-3922-C80C-06FA-7A62B15A7B61}"/>
              </a:ext>
            </a:extLst>
          </p:cNvPr>
          <p:cNvCxnSpPr>
            <a:cxnSpLocks/>
            <a:stCxn id="6" idx="2"/>
            <a:endCxn id="15" idx="0"/>
          </p:cNvCxnSpPr>
          <p:nvPr/>
        </p:nvCxnSpPr>
        <p:spPr>
          <a:xfrm>
            <a:off x="2803239" y="3024302"/>
            <a:ext cx="7229553" cy="5167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8D3B8C71-93E2-5A88-49F0-B1B5A37BDDCB}"/>
              </a:ext>
            </a:extLst>
          </p:cNvPr>
          <p:cNvCxnSpPr>
            <a:cxnSpLocks/>
          </p:cNvCxnSpPr>
          <p:nvPr/>
        </p:nvCxnSpPr>
        <p:spPr>
          <a:xfrm flipH="1">
            <a:off x="3217533" y="4022943"/>
            <a:ext cx="621104" cy="6030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02605D1C-0A2C-53C8-3BA4-B1FE37C945A2}"/>
              </a:ext>
            </a:extLst>
          </p:cNvPr>
          <p:cNvCxnSpPr>
            <a:cxnSpLocks/>
            <a:stCxn id="6" idx="2"/>
            <a:endCxn id="2" idx="0"/>
          </p:cNvCxnSpPr>
          <p:nvPr/>
        </p:nvCxnSpPr>
        <p:spPr>
          <a:xfrm flipH="1">
            <a:off x="1156930" y="3024302"/>
            <a:ext cx="1646309" cy="5167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0FDB6F6B-6F3C-74D0-DC82-54E60290E242}"/>
              </a:ext>
            </a:extLst>
          </p:cNvPr>
          <p:cNvCxnSpPr>
            <a:cxnSpLocks/>
            <a:stCxn id="13" idx="2"/>
            <a:endCxn id="17" idx="0"/>
          </p:cNvCxnSpPr>
          <p:nvPr/>
        </p:nvCxnSpPr>
        <p:spPr>
          <a:xfrm flipH="1">
            <a:off x="1068112" y="4010418"/>
            <a:ext cx="2759853" cy="5816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etângulo: Cantos Arredondados 111">
            <a:extLst>
              <a:ext uri="{FF2B5EF4-FFF2-40B4-BE49-F238E27FC236}">
                <a16:creationId xmlns:a16="http://schemas.microsoft.com/office/drawing/2014/main" id="{5DD29FE2-E62B-9DB5-884B-DE6FDAEE5FD4}"/>
              </a:ext>
            </a:extLst>
          </p:cNvPr>
          <p:cNvSpPr/>
          <p:nvPr/>
        </p:nvSpPr>
        <p:spPr>
          <a:xfrm>
            <a:off x="7369218" y="4638147"/>
            <a:ext cx="2073112" cy="43001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Pitesti 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f(417) = g(317) +h(100)</a:t>
            </a:r>
          </a:p>
        </p:txBody>
      </p:sp>
      <p:sp>
        <p:nvSpPr>
          <p:cNvPr id="113" name="Retângulo: Cantos Arredondados 112">
            <a:extLst>
              <a:ext uri="{FF2B5EF4-FFF2-40B4-BE49-F238E27FC236}">
                <a16:creationId xmlns:a16="http://schemas.microsoft.com/office/drawing/2014/main" id="{A03F05BE-075B-D09E-0322-EF9E9675C94B}"/>
              </a:ext>
            </a:extLst>
          </p:cNvPr>
          <p:cNvSpPr/>
          <p:nvPr/>
        </p:nvSpPr>
        <p:spPr>
          <a:xfrm>
            <a:off x="9610166" y="4638146"/>
            <a:ext cx="1937499" cy="4580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Sibiu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f(553) = g(300) +h(253)</a:t>
            </a:r>
          </a:p>
        </p:txBody>
      </p:sp>
      <p:cxnSp>
        <p:nvCxnSpPr>
          <p:cNvPr id="114" name="Conector reto 113">
            <a:extLst>
              <a:ext uri="{FF2B5EF4-FFF2-40B4-BE49-F238E27FC236}">
                <a16:creationId xmlns:a16="http://schemas.microsoft.com/office/drawing/2014/main" id="{D7FCB0A4-F1AE-F306-64E9-B2B9509E5418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32792" y="4010418"/>
            <a:ext cx="348339" cy="6153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reto 114">
            <a:extLst>
              <a:ext uri="{FF2B5EF4-FFF2-40B4-BE49-F238E27FC236}">
                <a16:creationId xmlns:a16="http://schemas.microsoft.com/office/drawing/2014/main" id="{28BEA499-260E-A304-8B95-AB5CDFD0B776}"/>
              </a:ext>
            </a:extLst>
          </p:cNvPr>
          <p:cNvCxnSpPr>
            <a:cxnSpLocks/>
            <a:stCxn id="15" idx="2"/>
            <a:endCxn id="112" idx="0"/>
          </p:cNvCxnSpPr>
          <p:nvPr/>
        </p:nvCxnSpPr>
        <p:spPr>
          <a:xfrm flipH="1">
            <a:off x="8405774" y="4010418"/>
            <a:ext cx="1627018" cy="6277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tângulo: Cantos Arredondados 122">
            <a:extLst>
              <a:ext uri="{FF2B5EF4-FFF2-40B4-BE49-F238E27FC236}">
                <a16:creationId xmlns:a16="http://schemas.microsoft.com/office/drawing/2014/main" id="{0F60EE8C-41C2-685C-66AD-95BD82157EE6}"/>
              </a:ext>
            </a:extLst>
          </p:cNvPr>
          <p:cNvSpPr/>
          <p:nvPr/>
        </p:nvSpPr>
        <p:spPr>
          <a:xfrm>
            <a:off x="4754098" y="4622907"/>
            <a:ext cx="2073112" cy="43001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Craiova 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f(526) = g(366) +h(160)</a:t>
            </a:r>
          </a:p>
        </p:txBody>
      </p:sp>
      <p:sp>
        <p:nvSpPr>
          <p:cNvPr id="126" name="Seta: para a Direita 125">
            <a:extLst>
              <a:ext uri="{FF2B5EF4-FFF2-40B4-BE49-F238E27FC236}">
                <a16:creationId xmlns:a16="http://schemas.microsoft.com/office/drawing/2014/main" id="{9A218C2A-40A5-AB37-8590-6EE2511A794D}"/>
              </a:ext>
            </a:extLst>
          </p:cNvPr>
          <p:cNvSpPr/>
          <p:nvPr/>
        </p:nvSpPr>
        <p:spPr>
          <a:xfrm>
            <a:off x="6973655" y="4713186"/>
            <a:ext cx="249117" cy="308009"/>
          </a:xfrm>
          <a:prstGeom prst="rightArrow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400" dirty="0">
              <a:solidFill>
                <a:schemeClr val="tx1"/>
              </a:solidFill>
            </a:endParaRPr>
          </a:p>
        </p:txBody>
      </p:sp>
      <p:cxnSp>
        <p:nvCxnSpPr>
          <p:cNvPr id="127" name="Conector reto 126">
            <a:extLst>
              <a:ext uri="{FF2B5EF4-FFF2-40B4-BE49-F238E27FC236}">
                <a16:creationId xmlns:a16="http://schemas.microsoft.com/office/drawing/2014/main" id="{0DAAC103-1BC1-778A-CE5D-276CE0CE43B1}"/>
              </a:ext>
            </a:extLst>
          </p:cNvPr>
          <p:cNvCxnSpPr>
            <a:cxnSpLocks/>
            <a:stCxn id="15" idx="2"/>
            <a:endCxn id="123" idx="0"/>
          </p:cNvCxnSpPr>
          <p:nvPr/>
        </p:nvCxnSpPr>
        <p:spPr>
          <a:xfrm flipH="1">
            <a:off x="5790654" y="4010418"/>
            <a:ext cx="4242138" cy="6124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789E9632-9EEC-6A84-6FC7-F7D4620C163B}"/>
              </a:ext>
            </a:extLst>
          </p:cNvPr>
          <p:cNvSpPr/>
          <p:nvPr/>
        </p:nvSpPr>
        <p:spPr>
          <a:xfrm rot="10800000">
            <a:off x="2448038" y="5096237"/>
            <a:ext cx="517975" cy="43943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D23ADEB-28DA-E1D9-4211-623EA4C2AD66}"/>
              </a:ext>
            </a:extLst>
          </p:cNvPr>
          <p:cNvSpPr txBox="1"/>
          <p:nvPr/>
        </p:nvSpPr>
        <p:spPr>
          <a:xfrm>
            <a:off x="2166685" y="5578990"/>
            <a:ext cx="1080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Chegada</a:t>
            </a:r>
          </a:p>
        </p:txBody>
      </p:sp>
    </p:spTree>
    <p:extLst>
      <p:ext uri="{BB962C8B-B14F-4D97-AF65-F5344CB8AC3E}">
        <p14:creationId xmlns:p14="http://schemas.microsoft.com/office/powerpoint/2010/main" val="55146162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25CF2-CEB6-D055-4F10-88C4294C8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956E5C6-43F4-404C-B7CD-B8024A396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A* (EXEMPLO)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9FDBA93-3922-94BB-8D13-E719821B6D0E}"/>
              </a:ext>
            </a:extLst>
          </p:cNvPr>
          <p:cNvSpPr/>
          <p:nvPr/>
        </p:nvSpPr>
        <p:spPr>
          <a:xfrm>
            <a:off x="4643719" y="1470210"/>
            <a:ext cx="2169457" cy="51995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Arad 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f(366) = g(0) +h(366)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9A72F1CB-8E1C-B805-26A6-D81D38D4F5F5}"/>
              </a:ext>
            </a:extLst>
          </p:cNvPr>
          <p:cNvSpPr/>
          <p:nvPr/>
        </p:nvSpPr>
        <p:spPr>
          <a:xfrm>
            <a:off x="1767841" y="2554941"/>
            <a:ext cx="2070796" cy="4693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Sibiu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f(393) = g(140) +h(253)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920D0BE-41DF-EEFF-15C1-9B54E429F11E}"/>
              </a:ext>
            </a:extLst>
          </p:cNvPr>
          <p:cNvSpPr/>
          <p:nvPr/>
        </p:nvSpPr>
        <p:spPr>
          <a:xfrm>
            <a:off x="5806442" y="2554940"/>
            <a:ext cx="2070796" cy="4693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Timisoara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 f(447) = g(118) +h(329)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94E663E2-DC9E-603B-CF3F-9624935873E9}"/>
              </a:ext>
            </a:extLst>
          </p:cNvPr>
          <p:cNvSpPr/>
          <p:nvPr/>
        </p:nvSpPr>
        <p:spPr>
          <a:xfrm>
            <a:off x="8946780" y="2554940"/>
            <a:ext cx="1991367" cy="4693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err="1">
                <a:solidFill>
                  <a:schemeClr val="tx1"/>
                </a:solidFill>
              </a:rPr>
              <a:t>Zerind</a:t>
            </a:r>
            <a:endParaRPr lang="pt-BR" sz="1400" dirty="0">
              <a:solidFill>
                <a:schemeClr val="tx1"/>
              </a:solidFill>
            </a:endParaRP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f(449) = g(75) +h(374)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B5DDF6A1-635A-EE2E-3FDE-568AFCA8D1EF}"/>
              </a:ext>
            </a:extLst>
          </p:cNvPr>
          <p:cNvSpPr/>
          <p:nvPr/>
        </p:nvSpPr>
        <p:spPr>
          <a:xfrm>
            <a:off x="2814472" y="3541057"/>
            <a:ext cx="2026986" cy="4693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err="1">
                <a:solidFill>
                  <a:schemeClr val="tx1"/>
                </a:solidFill>
              </a:rPr>
              <a:t>Fagaras</a:t>
            </a:r>
            <a:r>
              <a:rPr lang="pt-BR" sz="14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f(415) = g(239) +h(176)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E554C2E4-CC8A-86AE-72D9-8CD18C4B6D91}"/>
              </a:ext>
            </a:extLst>
          </p:cNvPr>
          <p:cNvSpPr/>
          <p:nvPr/>
        </p:nvSpPr>
        <p:spPr>
          <a:xfrm>
            <a:off x="5511056" y="3541057"/>
            <a:ext cx="2026986" cy="4693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Oradea 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f(671) = g(291) +h(380)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5A60D3D-CE0E-82EE-CA21-C86620F6FA9C}"/>
              </a:ext>
            </a:extLst>
          </p:cNvPr>
          <p:cNvSpPr/>
          <p:nvPr/>
        </p:nvSpPr>
        <p:spPr>
          <a:xfrm>
            <a:off x="8966050" y="3541057"/>
            <a:ext cx="2133484" cy="4693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err="1">
                <a:solidFill>
                  <a:schemeClr val="tx1"/>
                </a:solidFill>
              </a:rPr>
              <a:t>Rimnicu</a:t>
            </a:r>
            <a:r>
              <a:rPr lang="pt-BR" sz="1400" dirty="0">
                <a:solidFill>
                  <a:schemeClr val="tx1"/>
                </a:solidFill>
              </a:rPr>
              <a:t> </a:t>
            </a:r>
            <a:r>
              <a:rPr lang="pt-BR" sz="1400" dirty="0" err="1">
                <a:solidFill>
                  <a:schemeClr val="tx1"/>
                </a:solidFill>
              </a:rPr>
              <a:t>Vilcea</a:t>
            </a:r>
            <a:r>
              <a:rPr lang="pt-BR" sz="14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f(413) = g(220) +h(193)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E33FA15B-F905-6C47-720C-22571A0CAA09}"/>
              </a:ext>
            </a:extLst>
          </p:cNvPr>
          <p:cNvSpPr/>
          <p:nvPr/>
        </p:nvSpPr>
        <p:spPr>
          <a:xfrm>
            <a:off x="54619" y="4592096"/>
            <a:ext cx="2026986" cy="47606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Sibiu 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f(591) = g(338) +h(253)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156FE8B7-FFDD-14E9-0C67-50239681C53A}"/>
              </a:ext>
            </a:extLst>
          </p:cNvPr>
          <p:cNvSpPr/>
          <p:nvPr/>
        </p:nvSpPr>
        <p:spPr>
          <a:xfrm>
            <a:off x="2196353" y="4613484"/>
            <a:ext cx="2038945" cy="43943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err="1">
                <a:solidFill>
                  <a:schemeClr val="tx1"/>
                </a:solidFill>
              </a:rPr>
              <a:t>Bucharest</a:t>
            </a:r>
            <a:endParaRPr lang="pt-BR" sz="1400" dirty="0">
              <a:solidFill>
                <a:schemeClr val="tx1"/>
              </a:solidFill>
            </a:endParaRP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f(450) = g(450) +h(0) 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C6D4740D-C6DD-A8D0-C8FA-F1DD5F31DFAC}"/>
              </a:ext>
            </a:extLst>
          </p:cNvPr>
          <p:cNvSpPr/>
          <p:nvPr/>
        </p:nvSpPr>
        <p:spPr>
          <a:xfrm>
            <a:off x="143437" y="3541057"/>
            <a:ext cx="2026986" cy="4693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Arad 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f(646) = g(280) +h(366)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01963021-CD0A-084D-BC24-EBF9F8650FC8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5728448" y="1990165"/>
            <a:ext cx="1113392" cy="5647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FAC4FA9-47AE-8AD3-68E6-6B11D4CD79C5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5728448" y="1990165"/>
            <a:ext cx="4214016" cy="5647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C38BF28F-0AAF-C4C1-82D4-4D8088A432C8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2803239" y="1990165"/>
            <a:ext cx="2925209" cy="56477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5018469F-F586-53DA-51D4-17A4C9BF1CCA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>
            <a:off x="2803239" y="3024302"/>
            <a:ext cx="1024726" cy="5167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584E11CB-2034-1199-BE3C-E29A6F368EE2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>
            <a:off x="2803239" y="3024302"/>
            <a:ext cx="3721310" cy="5167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46C107B4-205A-27D3-0BF8-4DE6236BAC80}"/>
              </a:ext>
            </a:extLst>
          </p:cNvPr>
          <p:cNvCxnSpPr>
            <a:cxnSpLocks/>
            <a:stCxn id="6" idx="2"/>
            <a:endCxn id="15" idx="0"/>
          </p:cNvCxnSpPr>
          <p:nvPr/>
        </p:nvCxnSpPr>
        <p:spPr>
          <a:xfrm>
            <a:off x="2803239" y="3024302"/>
            <a:ext cx="7229553" cy="51675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72B2C867-44ED-17F8-9014-54B4F40B5A87}"/>
              </a:ext>
            </a:extLst>
          </p:cNvPr>
          <p:cNvCxnSpPr>
            <a:cxnSpLocks/>
          </p:cNvCxnSpPr>
          <p:nvPr/>
        </p:nvCxnSpPr>
        <p:spPr>
          <a:xfrm flipH="1">
            <a:off x="3217533" y="4022943"/>
            <a:ext cx="621104" cy="6030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F790E0F2-21D5-0509-5D8F-8E5C475ADA0A}"/>
              </a:ext>
            </a:extLst>
          </p:cNvPr>
          <p:cNvCxnSpPr>
            <a:cxnSpLocks/>
            <a:stCxn id="6" idx="2"/>
            <a:endCxn id="2" idx="0"/>
          </p:cNvCxnSpPr>
          <p:nvPr/>
        </p:nvCxnSpPr>
        <p:spPr>
          <a:xfrm flipH="1">
            <a:off x="1156930" y="3024302"/>
            <a:ext cx="1646309" cy="5167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E6CD2DDF-5783-9C0B-D836-4859842C062B}"/>
              </a:ext>
            </a:extLst>
          </p:cNvPr>
          <p:cNvCxnSpPr>
            <a:cxnSpLocks/>
            <a:stCxn id="13" idx="2"/>
            <a:endCxn id="17" idx="0"/>
          </p:cNvCxnSpPr>
          <p:nvPr/>
        </p:nvCxnSpPr>
        <p:spPr>
          <a:xfrm flipH="1">
            <a:off x="1068112" y="4010418"/>
            <a:ext cx="2759853" cy="5816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etângulo: Cantos Arredondados 111">
            <a:extLst>
              <a:ext uri="{FF2B5EF4-FFF2-40B4-BE49-F238E27FC236}">
                <a16:creationId xmlns:a16="http://schemas.microsoft.com/office/drawing/2014/main" id="{3C937BDA-3425-6E6C-9559-50230C6E1C97}"/>
              </a:ext>
            </a:extLst>
          </p:cNvPr>
          <p:cNvSpPr/>
          <p:nvPr/>
        </p:nvSpPr>
        <p:spPr>
          <a:xfrm>
            <a:off x="7369218" y="4638147"/>
            <a:ext cx="2073112" cy="43001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Pitesti 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f(417) = g(317) +h(100)</a:t>
            </a:r>
          </a:p>
        </p:txBody>
      </p:sp>
      <p:sp>
        <p:nvSpPr>
          <p:cNvPr id="113" name="Retângulo: Cantos Arredondados 112">
            <a:extLst>
              <a:ext uri="{FF2B5EF4-FFF2-40B4-BE49-F238E27FC236}">
                <a16:creationId xmlns:a16="http://schemas.microsoft.com/office/drawing/2014/main" id="{E5592C6B-E40D-C6B0-FB84-8957660234D7}"/>
              </a:ext>
            </a:extLst>
          </p:cNvPr>
          <p:cNvSpPr/>
          <p:nvPr/>
        </p:nvSpPr>
        <p:spPr>
          <a:xfrm>
            <a:off x="9610166" y="4638146"/>
            <a:ext cx="1937499" cy="4580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Sibiu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f(553) = g(300) +h(253)</a:t>
            </a:r>
          </a:p>
        </p:txBody>
      </p:sp>
      <p:cxnSp>
        <p:nvCxnSpPr>
          <p:cNvPr id="114" name="Conector reto 113">
            <a:extLst>
              <a:ext uri="{FF2B5EF4-FFF2-40B4-BE49-F238E27FC236}">
                <a16:creationId xmlns:a16="http://schemas.microsoft.com/office/drawing/2014/main" id="{6C5EA04B-EA43-4F0A-B0D1-BD87B35CE5C3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32792" y="4010418"/>
            <a:ext cx="348339" cy="6153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reto 114">
            <a:extLst>
              <a:ext uri="{FF2B5EF4-FFF2-40B4-BE49-F238E27FC236}">
                <a16:creationId xmlns:a16="http://schemas.microsoft.com/office/drawing/2014/main" id="{B29C65D8-B516-3226-0636-73910BE8BE6C}"/>
              </a:ext>
            </a:extLst>
          </p:cNvPr>
          <p:cNvCxnSpPr>
            <a:cxnSpLocks/>
            <a:stCxn id="15" idx="2"/>
            <a:endCxn id="112" idx="0"/>
          </p:cNvCxnSpPr>
          <p:nvPr/>
        </p:nvCxnSpPr>
        <p:spPr>
          <a:xfrm flipH="1">
            <a:off x="8405774" y="4010418"/>
            <a:ext cx="1627018" cy="62772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tângulo: Cantos Arredondados 122">
            <a:extLst>
              <a:ext uri="{FF2B5EF4-FFF2-40B4-BE49-F238E27FC236}">
                <a16:creationId xmlns:a16="http://schemas.microsoft.com/office/drawing/2014/main" id="{77879C6B-909F-0C34-0A29-BD7A572346E4}"/>
              </a:ext>
            </a:extLst>
          </p:cNvPr>
          <p:cNvSpPr/>
          <p:nvPr/>
        </p:nvSpPr>
        <p:spPr>
          <a:xfrm>
            <a:off x="4754098" y="4622907"/>
            <a:ext cx="2073112" cy="43001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Craiova 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f(526) = g(366) +h(160)</a:t>
            </a:r>
          </a:p>
        </p:txBody>
      </p:sp>
      <p:sp>
        <p:nvSpPr>
          <p:cNvPr id="126" name="Seta: para a Direita 125">
            <a:extLst>
              <a:ext uri="{FF2B5EF4-FFF2-40B4-BE49-F238E27FC236}">
                <a16:creationId xmlns:a16="http://schemas.microsoft.com/office/drawing/2014/main" id="{52F264C6-519C-8D68-4779-E331D0972CF0}"/>
              </a:ext>
            </a:extLst>
          </p:cNvPr>
          <p:cNvSpPr/>
          <p:nvPr/>
        </p:nvSpPr>
        <p:spPr>
          <a:xfrm>
            <a:off x="6973655" y="4695802"/>
            <a:ext cx="249117" cy="308009"/>
          </a:xfrm>
          <a:prstGeom prst="rightArrow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400" dirty="0">
              <a:solidFill>
                <a:schemeClr val="tx1"/>
              </a:solidFill>
            </a:endParaRPr>
          </a:p>
        </p:txBody>
      </p:sp>
      <p:cxnSp>
        <p:nvCxnSpPr>
          <p:cNvPr id="127" name="Conector reto 126">
            <a:extLst>
              <a:ext uri="{FF2B5EF4-FFF2-40B4-BE49-F238E27FC236}">
                <a16:creationId xmlns:a16="http://schemas.microsoft.com/office/drawing/2014/main" id="{A083E6A1-AFA6-83F8-5B58-BF30322E33AD}"/>
              </a:ext>
            </a:extLst>
          </p:cNvPr>
          <p:cNvCxnSpPr>
            <a:cxnSpLocks/>
            <a:stCxn id="15" idx="2"/>
            <a:endCxn id="123" idx="0"/>
          </p:cNvCxnSpPr>
          <p:nvPr/>
        </p:nvCxnSpPr>
        <p:spPr>
          <a:xfrm flipH="1">
            <a:off x="5790654" y="4010418"/>
            <a:ext cx="4242138" cy="6124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etângulo: Cantos Arredondados 135">
            <a:extLst>
              <a:ext uri="{FF2B5EF4-FFF2-40B4-BE49-F238E27FC236}">
                <a16:creationId xmlns:a16="http://schemas.microsoft.com/office/drawing/2014/main" id="{FE7527C0-A718-19E8-B321-1C07414F8EDA}"/>
              </a:ext>
            </a:extLst>
          </p:cNvPr>
          <p:cNvSpPr/>
          <p:nvPr/>
        </p:nvSpPr>
        <p:spPr>
          <a:xfrm>
            <a:off x="7488464" y="5860787"/>
            <a:ext cx="2073112" cy="43001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Craiova 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f(615) = g(455) +h(160)</a:t>
            </a:r>
          </a:p>
        </p:txBody>
      </p:sp>
      <p:sp>
        <p:nvSpPr>
          <p:cNvPr id="137" name="Retângulo: Cantos Arredondados 136">
            <a:extLst>
              <a:ext uri="{FF2B5EF4-FFF2-40B4-BE49-F238E27FC236}">
                <a16:creationId xmlns:a16="http://schemas.microsoft.com/office/drawing/2014/main" id="{1EEDDA3E-1C96-C5D6-F7EC-15636B7CD112}"/>
              </a:ext>
            </a:extLst>
          </p:cNvPr>
          <p:cNvSpPr/>
          <p:nvPr/>
        </p:nvSpPr>
        <p:spPr>
          <a:xfrm>
            <a:off x="9729412" y="5860786"/>
            <a:ext cx="1937499" cy="4580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err="1">
                <a:solidFill>
                  <a:schemeClr val="tx1"/>
                </a:solidFill>
              </a:rPr>
              <a:t>Rimnicu</a:t>
            </a:r>
            <a:r>
              <a:rPr lang="pt-BR" sz="1400" dirty="0">
                <a:solidFill>
                  <a:schemeClr val="tx1"/>
                </a:solidFill>
              </a:rPr>
              <a:t> </a:t>
            </a:r>
            <a:r>
              <a:rPr lang="pt-BR" sz="1400" dirty="0" err="1">
                <a:solidFill>
                  <a:schemeClr val="tx1"/>
                </a:solidFill>
              </a:rPr>
              <a:t>Vielcea</a:t>
            </a:r>
            <a:endParaRPr lang="pt-BR" sz="1400" dirty="0">
              <a:solidFill>
                <a:schemeClr val="tx1"/>
              </a:solidFill>
            </a:endParaRP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f(607) = g(414) +h(193)</a:t>
            </a:r>
          </a:p>
        </p:txBody>
      </p:sp>
      <p:sp>
        <p:nvSpPr>
          <p:cNvPr id="138" name="Retângulo: Cantos Arredondados 137">
            <a:extLst>
              <a:ext uri="{FF2B5EF4-FFF2-40B4-BE49-F238E27FC236}">
                <a16:creationId xmlns:a16="http://schemas.microsoft.com/office/drawing/2014/main" id="{C52EA61C-2896-5CFF-1583-71579EED49B2}"/>
              </a:ext>
            </a:extLst>
          </p:cNvPr>
          <p:cNvSpPr/>
          <p:nvPr/>
        </p:nvSpPr>
        <p:spPr>
          <a:xfrm>
            <a:off x="5247516" y="5874824"/>
            <a:ext cx="2073112" cy="430013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err="1">
                <a:solidFill>
                  <a:schemeClr val="tx1"/>
                </a:solidFill>
              </a:rPr>
              <a:t>Bucharest</a:t>
            </a:r>
            <a:r>
              <a:rPr lang="pt-BR" sz="14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f(418) = g(418) +h(0)</a:t>
            </a:r>
          </a:p>
        </p:txBody>
      </p:sp>
      <p:cxnSp>
        <p:nvCxnSpPr>
          <p:cNvPr id="139" name="Conector reto 138">
            <a:extLst>
              <a:ext uri="{FF2B5EF4-FFF2-40B4-BE49-F238E27FC236}">
                <a16:creationId xmlns:a16="http://schemas.microsoft.com/office/drawing/2014/main" id="{569072E8-6C85-CD9A-2FE2-A91923FF9A97}"/>
              </a:ext>
            </a:extLst>
          </p:cNvPr>
          <p:cNvCxnSpPr>
            <a:cxnSpLocks/>
            <a:stCxn id="112" idx="2"/>
            <a:endCxn id="137" idx="0"/>
          </p:cNvCxnSpPr>
          <p:nvPr/>
        </p:nvCxnSpPr>
        <p:spPr>
          <a:xfrm>
            <a:off x="8405774" y="5068160"/>
            <a:ext cx="2292388" cy="7926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ector reto 139">
            <a:extLst>
              <a:ext uri="{FF2B5EF4-FFF2-40B4-BE49-F238E27FC236}">
                <a16:creationId xmlns:a16="http://schemas.microsoft.com/office/drawing/2014/main" id="{D09F14E0-0B87-28E1-02C2-155FF206CD86}"/>
              </a:ext>
            </a:extLst>
          </p:cNvPr>
          <p:cNvCxnSpPr>
            <a:cxnSpLocks/>
            <a:stCxn id="112" idx="2"/>
            <a:endCxn id="136" idx="0"/>
          </p:cNvCxnSpPr>
          <p:nvPr/>
        </p:nvCxnSpPr>
        <p:spPr>
          <a:xfrm>
            <a:off x="8405774" y="5068160"/>
            <a:ext cx="119246" cy="7926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ector reto 140">
            <a:extLst>
              <a:ext uri="{FF2B5EF4-FFF2-40B4-BE49-F238E27FC236}">
                <a16:creationId xmlns:a16="http://schemas.microsoft.com/office/drawing/2014/main" id="{6454281C-3864-48C3-D398-5F9B5645BA9B}"/>
              </a:ext>
            </a:extLst>
          </p:cNvPr>
          <p:cNvCxnSpPr>
            <a:cxnSpLocks/>
            <a:stCxn id="112" idx="2"/>
            <a:endCxn id="138" idx="0"/>
          </p:cNvCxnSpPr>
          <p:nvPr/>
        </p:nvCxnSpPr>
        <p:spPr>
          <a:xfrm flipH="1">
            <a:off x="6284072" y="5068160"/>
            <a:ext cx="2121702" cy="80666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Seta: para a Direita 147">
            <a:extLst>
              <a:ext uri="{FF2B5EF4-FFF2-40B4-BE49-F238E27FC236}">
                <a16:creationId xmlns:a16="http://schemas.microsoft.com/office/drawing/2014/main" id="{F8E900E8-2079-3E0D-27C7-D1BA982AF301}"/>
              </a:ext>
            </a:extLst>
          </p:cNvPr>
          <p:cNvSpPr/>
          <p:nvPr/>
        </p:nvSpPr>
        <p:spPr>
          <a:xfrm>
            <a:off x="4841458" y="5980765"/>
            <a:ext cx="249117" cy="308009"/>
          </a:xfrm>
          <a:prstGeom prst="rightArrow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58225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798B9-5CBA-E930-CEBD-402E09A8C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30184D-EA79-3558-474D-2831F36D0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HEURISTICA ADMISSÍVEL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BF3515-08B1-24D3-50D3-CE4B54160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heurística admissível </a:t>
            </a:r>
            <a:r>
              <a:rPr lang="pt-BR" dirty="0">
                <a:solidFill>
                  <a:srgbClr val="FF0000"/>
                </a:solidFill>
              </a:rPr>
              <a:t>nunca</a:t>
            </a:r>
            <a:r>
              <a:rPr lang="pt-BR" dirty="0"/>
              <a:t> </a:t>
            </a:r>
            <a:r>
              <a:rPr lang="pt-BR" dirty="0">
                <a:solidFill>
                  <a:srgbClr val="FF0000"/>
                </a:solidFill>
              </a:rPr>
              <a:t>superestima</a:t>
            </a:r>
            <a:r>
              <a:rPr lang="pt-BR" dirty="0"/>
              <a:t> o custo de alcançar o objetivo – ela é </a:t>
            </a:r>
            <a:r>
              <a:rPr lang="pt-BR" dirty="0">
                <a:solidFill>
                  <a:srgbClr val="FF0000"/>
                </a:solidFill>
              </a:rPr>
              <a:t>otimista</a:t>
            </a:r>
            <a:r>
              <a:rPr lang="pt-BR" dirty="0"/>
              <a:t>.</a:t>
            </a:r>
          </a:p>
          <a:p>
            <a:r>
              <a:rPr lang="pt-BR" dirty="0"/>
              <a:t>-&gt; Exemplo: distância em linha reta nunca é maior que distância pela estrada.</a:t>
            </a:r>
          </a:p>
        </p:txBody>
      </p:sp>
    </p:spTree>
    <p:extLst>
      <p:ext uri="{BB962C8B-B14F-4D97-AF65-F5344CB8AC3E}">
        <p14:creationId xmlns:p14="http://schemas.microsoft.com/office/powerpoint/2010/main" val="412116221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31ABD-5AB7-5AA2-08EF-B3C2F8364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57C019-7DBB-65B9-6766-7A4966102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A*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4D915A-CE4E-3C01-F0C4-547DB186A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>
                <a:solidFill>
                  <a:srgbClr val="000050"/>
                </a:solidFill>
              </a:rPr>
              <a:t>Completa</a:t>
            </a:r>
          </a:p>
          <a:p>
            <a:r>
              <a:rPr lang="pt-BR" b="1" dirty="0">
                <a:solidFill>
                  <a:srgbClr val="000050"/>
                </a:solidFill>
              </a:rPr>
              <a:t>Ótima</a:t>
            </a:r>
            <a:r>
              <a:rPr lang="pt-BR" dirty="0"/>
              <a:t>: </a:t>
            </a:r>
          </a:p>
          <a:p>
            <a:pPr lvl="1"/>
            <a:r>
              <a:rPr lang="pt-BR" dirty="0"/>
              <a:t>Se a heurística for admissível</a:t>
            </a:r>
          </a:p>
          <a:p>
            <a:r>
              <a:rPr lang="pt-BR" b="1" dirty="0">
                <a:solidFill>
                  <a:srgbClr val="000050"/>
                </a:solidFill>
              </a:rPr>
              <a:t>Espaço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Mantém todos os nós na memória</a:t>
            </a:r>
          </a:p>
        </p:txBody>
      </p:sp>
    </p:spTree>
    <p:extLst>
      <p:ext uri="{BB962C8B-B14F-4D97-AF65-F5344CB8AC3E}">
        <p14:creationId xmlns:p14="http://schemas.microsoft.com/office/powerpoint/2010/main" val="310383164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B189D-04F7-86F2-CE2C-2C7419AAD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B3841C-09DD-20BF-BD58-055834C22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A*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8526C544-2D38-23E7-6CE4-D0E1FF8997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5308317"/>
              </p:ext>
            </p:extLst>
          </p:nvPr>
        </p:nvGraphicFramePr>
        <p:xfrm>
          <a:off x="983410" y="1825625"/>
          <a:ext cx="1037039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911165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5840B-FA82-928E-31DD-3F74E8299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22FB9C-6B83-625B-C63A-F7F327BB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EXEMPLO: HEURÍSTICAS </a:t>
            </a:r>
            <a:r>
              <a:rPr lang="pt-BR" dirty="0">
                <a:solidFill>
                  <a:srgbClr val="FF0000"/>
                </a:solidFill>
              </a:rPr>
              <a:t>ADMISSIVEIS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475AAB0-FC9D-5B6D-7BA2-6CDAEF2AD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655" y="1478418"/>
            <a:ext cx="9663898" cy="420596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F1499F0-F864-ED16-A7DF-F5346C1BC822}"/>
              </a:ext>
            </a:extLst>
          </p:cNvPr>
          <p:cNvSpPr txBox="1"/>
          <p:nvPr/>
        </p:nvSpPr>
        <p:spPr>
          <a:xfrm>
            <a:off x="2638425" y="5876925"/>
            <a:ext cx="1678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Estado INICIAL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66A5719-687E-A431-E2C6-423E608B9458}"/>
              </a:ext>
            </a:extLst>
          </p:cNvPr>
          <p:cNvSpPr txBox="1"/>
          <p:nvPr/>
        </p:nvSpPr>
        <p:spPr>
          <a:xfrm>
            <a:off x="8185046" y="5876925"/>
            <a:ext cx="1520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Estado FINAL</a:t>
            </a:r>
          </a:p>
        </p:txBody>
      </p:sp>
    </p:spTree>
    <p:extLst>
      <p:ext uri="{BB962C8B-B14F-4D97-AF65-F5344CB8AC3E}">
        <p14:creationId xmlns:p14="http://schemas.microsoft.com/office/powerpoint/2010/main" val="5998943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3B8A2-F684-184C-1F61-4841110AC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CAE777-738D-9977-A9CE-3A90B3ED4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EXEMPLO: HEURÍSTICAS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AA1A089-10A2-CE6C-837D-90703B1151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= número de peças fora da posição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= distância “</a:t>
                </a:r>
                <a:r>
                  <a:rPr lang="pt-BR" b="1" dirty="0">
                    <a:solidFill>
                      <a:srgbClr val="000050"/>
                    </a:solidFill>
                  </a:rPr>
                  <a:t>Manhattan</a:t>
                </a:r>
                <a:r>
                  <a:rPr lang="pt-BR" dirty="0"/>
                  <a:t>” total (soma das distâncias de cada peça até a sua posição)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AA1A089-10A2-CE6C-837D-90703B1151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3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id="{42E49365-8FE0-4152-5317-2FD18148B8ED}"/>
              </a:ext>
            </a:extLst>
          </p:cNvPr>
          <p:cNvSpPr txBox="1"/>
          <p:nvPr/>
        </p:nvSpPr>
        <p:spPr>
          <a:xfrm>
            <a:off x="1314450" y="3333750"/>
            <a:ext cx="5539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000050"/>
                </a:solidFill>
              </a:rPr>
              <a:t>Manhattan = </a:t>
            </a:r>
            <a:r>
              <a:rPr lang="pt-BR" dirty="0"/>
              <a:t>Quando olhamos a distancia por quadra.</a:t>
            </a:r>
          </a:p>
        </p:txBody>
      </p:sp>
    </p:spTree>
    <p:extLst>
      <p:ext uri="{BB962C8B-B14F-4D97-AF65-F5344CB8AC3E}">
        <p14:creationId xmlns:p14="http://schemas.microsoft.com/office/powerpoint/2010/main" val="12297272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80707-C446-6268-1E1F-EEA0B6E15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7B45AF-D706-3C93-F5AE-25807EB28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EXEMPLO: HEURÍSTICAS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4B1898A-2EC8-32BB-7104-E7126058B94D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=6 [p, corretas]</a:t>
                </a:r>
              </a:p>
              <a:p>
                <a:r>
                  <a:rPr lang="pt-BR" dirty="0"/>
                  <a:t>Manhattan</a:t>
                </a:r>
              </a:p>
              <a:p>
                <a:pPr lvl="1"/>
                <a:r>
                  <a:rPr lang="pt-BR" i="1" dirty="0">
                    <a:latin typeface="Cambria Math" panose="02040503050406030204" pitchFamily="18" charset="0"/>
                  </a:rPr>
                  <a:t>P1 - 4</a:t>
                </a:r>
              </a:p>
              <a:p>
                <a:pPr lvl="1"/>
                <a:r>
                  <a:rPr lang="pt-BR" i="1" dirty="0">
                    <a:latin typeface="Cambria Math" panose="02040503050406030204" pitchFamily="18" charset="0"/>
                  </a:rPr>
                  <a:t>P2 - 0</a:t>
                </a:r>
              </a:p>
              <a:p>
                <a:pPr lvl="1"/>
                <a:r>
                  <a:rPr lang="pt-BR" i="1" dirty="0">
                    <a:latin typeface="Cambria Math" panose="02040503050406030204" pitchFamily="18" charset="0"/>
                  </a:rPr>
                  <a:t>P3 - 3</a:t>
                </a:r>
              </a:p>
              <a:p>
                <a:pPr lvl="1"/>
                <a:r>
                  <a:rPr lang="pt-BR" i="1" dirty="0">
                    <a:latin typeface="Cambria Math" panose="02040503050406030204" pitchFamily="18" charset="0"/>
                  </a:rPr>
                  <a:t>P4 - 3</a:t>
                </a:r>
              </a:p>
              <a:p>
                <a:pPr lvl="1"/>
                <a:r>
                  <a:rPr lang="pt-BR" i="1" dirty="0">
                    <a:latin typeface="Cambria Math" panose="02040503050406030204" pitchFamily="18" charset="0"/>
                  </a:rPr>
                  <a:t>P5 - 1</a:t>
                </a:r>
              </a:p>
              <a:p>
                <a:pPr lvl="1"/>
                <a:r>
                  <a:rPr lang="pt-BR" i="1" dirty="0">
                    <a:latin typeface="Cambria Math" panose="02040503050406030204" pitchFamily="18" charset="0"/>
                  </a:rPr>
                  <a:t>P7 - 2</a:t>
                </a:r>
              </a:p>
              <a:p>
                <a:pPr lvl="1"/>
                <a:r>
                  <a:rPr lang="pt-BR" i="1" dirty="0">
                    <a:latin typeface="Cambria Math" panose="02040503050406030204" pitchFamily="18" charset="0"/>
                  </a:rPr>
                  <a:t>P8 - 2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=4+0+3+3+1+0+2+2=15</a:t>
                </a:r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4B1898A-2EC8-32BB-7104-E7126058B9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118" t="-2381" r="-706" b="-14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m 4">
            <a:extLst>
              <a:ext uri="{FF2B5EF4-FFF2-40B4-BE49-F238E27FC236}">
                <a16:creationId xmlns:a16="http://schemas.microsoft.com/office/drawing/2014/main" id="{FA6CD6A3-3AF1-50C2-3B36-797C79BAB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80" y="2387034"/>
            <a:ext cx="5182113" cy="225538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CE0DACB9-A03C-20A4-DA72-8B2FC890579E}"/>
              </a:ext>
            </a:extLst>
          </p:cNvPr>
          <p:cNvSpPr txBox="1"/>
          <p:nvPr/>
        </p:nvSpPr>
        <p:spPr>
          <a:xfrm>
            <a:off x="981075" y="2074852"/>
            <a:ext cx="1678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Estado INICIAL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EF6F7C5-7888-8F4D-9EA9-649928C3DBCF}"/>
              </a:ext>
            </a:extLst>
          </p:cNvPr>
          <p:cNvSpPr txBox="1"/>
          <p:nvPr/>
        </p:nvSpPr>
        <p:spPr>
          <a:xfrm>
            <a:off x="3917846" y="2017702"/>
            <a:ext cx="1520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Estado FINAL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BB23DE37-369F-A9C5-C29E-00FAD97164BD}"/>
              </a:ext>
            </a:extLst>
          </p:cNvPr>
          <p:cNvCxnSpPr/>
          <p:nvPr/>
        </p:nvCxnSpPr>
        <p:spPr>
          <a:xfrm flipV="1">
            <a:off x="2505075" y="3686175"/>
            <a:ext cx="0" cy="371475"/>
          </a:xfrm>
          <a:prstGeom prst="straightConnector1">
            <a:avLst/>
          </a:prstGeom>
          <a:ln w="38100">
            <a:solidFill>
              <a:srgbClr val="FF5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6A7E7F6E-1004-85B0-8B76-C68417AFB6A1}"/>
              </a:ext>
            </a:extLst>
          </p:cNvPr>
          <p:cNvCxnSpPr/>
          <p:nvPr/>
        </p:nvCxnSpPr>
        <p:spPr>
          <a:xfrm flipV="1">
            <a:off x="2533650" y="2943225"/>
            <a:ext cx="0" cy="371475"/>
          </a:xfrm>
          <a:prstGeom prst="straightConnector1">
            <a:avLst/>
          </a:prstGeom>
          <a:ln w="38100">
            <a:solidFill>
              <a:srgbClr val="FF5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1C9D3573-3210-39C3-85E0-F7666876FB6D}"/>
              </a:ext>
            </a:extLst>
          </p:cNvPr>
          <p:cNvCxnSpPr>
            <a:cxnSpLocks/>
          </p:cNvCxnSpPr>
          <p:nvPr/>
        </p:nvCxnSpPr>
        <p:spPr>
          <a:xfrm flipH="1" flipV="1">
            <a:off x="2000250" y="2927816"/>
            <a:ext cx="323850" cy="9525"/>
          </a:xfrm>
          <a:prstGeom prst="straightConnector1">
            <a:avLst/>
          </a:prstGeom>
          <a:ln w="38100">
            <a:solidFill>
              <a:srgbClr val="FF5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1B268AC2-0DBE-78D0-A76A-1566E1DC093D}"/>
              </a:ext>
            </a:extLst>
          </p:cNvPr>
          <p:cNvCxnSpPr>
            <a:cxnSpLocks/>
          </p:cNvCxnSpPr>
          <p:nvPr/>
        </p:nvCxnSpPr>
        <p:spPr>
          <a:xfrm flipH="1" flipV="1">
            <a:off x="1168390" y="2937341"/>
            <a:ext cx="323850" cy="9525"/>
          </a:xfrm>
          <a:prstGeom prst="straightConnector1">
            <a:avLst/>
          </a:prstGeom>
          <a:ln w="38100">
            <a:solidFill>
              <a:srgbClr val="FF5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57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1ECF7-0ECE-AD9A-BD7E-339BF47C7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AEDC3E-77DC-B7BC-0BFD-95F94AADF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HEURÍSTICA: DOMINÂNCIA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55C13A0-0FC6-F8F6-C7C2-E6E7B16056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sempre melhor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pois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)≥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 domina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pt-BR" dirty="0"/>
              </a:p>
              <a:p>
                <a:r>
                  <a:rPr lang="pt-BR" dirty="0"/>
                  <a:t>Menos nós expandidos pela heurística dominante.</a:t>
                </a:r>
              </a:p>
              <a:p>
                <a:r>
                  <a:rPr lang="pt-BR" dirty="0"/>
                  <a:t>Escolhe nós mais próximos da solução.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55C13A0-0FC6-F8F6-C7C2-E6E7B16056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58" t="-23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939723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807465-5B8B-E050-E892-B7114917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DOMINÂNCIA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53A1D5-CA08-3386-E7E5-36C6B0103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profundidade (passos) 14.</a:t>
            </a:r>
          </a:p>
          <a:p>
            <a:r>
              <a:rPr lang="pt-BR" dirty="0"/>
              <a:t>Busca cega de profundidade Interativa (IDS) = 3.473.9411 nós</a:t>
            </a:r>
          </a:p>
          <a:p>
            <a:r>
              <a:rPr lang="pt-BR" dirty="0"/>
              <a:t>A*(h1) = 539 nó</a:t>
            </a:r>
          </a:p>
          <a:p>
            <a:r>
              <a:rPr lang="pt-BR" dirty="0"/>
              <a:t>A*(h2) = 113 nós</a:t>
            </a:r>
          </a:p>
        </p:txBody>
      </p:sp>
    </p:spTree>
    <p:extLst>
      <p:ext uri="{BB962C8B-B14F-4D97-AF65-F5344CB8AC3E}">
        <p14:creationId xmlns:p14="http://schemas.microsoft.com/office/powerpoint/2010/main" val="4017147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3BD519-C9C3-877E-51FB-D4D516065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DOMINÂNCIA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1B7247-0FC4-CD3B-C98F-0849190E1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profundidade 24:</a:t>
            </a:r>
          </a:p>
          <a:p>
            <a:r>
              <a:rPr lang="pt-BR" dirty="0"/>
              <a:t>IDS = 54 bilhões de nós</a:t>
            </a:r>
          </a:p>
          <a:p>
            <a:r>
              <a:rPr lang="pt-BR" dirty="0"/>
              <a:t>A*(h1) = 39.135 nós</a:t>
            </a:r>
          </a:p>
          <a:p>
            <a:r>
              <a:rPr lang="pt-BR" dirty="0"/>
              <a:t>A*(h2) = 1.641 nós</a:t>
            </a:r>
          </a:p>
        </p:txBody>
      </p:sp>
    </p:spTree>
    <p:extLst>
      <p:ext uri="{BB962C8B-B14F-4D97-AF65-F5344CB8AC3E}">
        <p14:creationId xmlns:p14="http://schemas.microsoft.com/office/powerpoint/2010/main" val="367411829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A16B35-1D77-2A17-A675-5CCA62101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CRIAR HEURÍSTICAS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CBBAF8-AB1F-2EB0-8F88-948E98200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solução de uma simplificação de um problema (</a:t>
            </a:r>
            <a:r>
              <a:rPr lang="pt-BR" dirty="0">
                <a:solidFill>
                  <a:srgbClr val="FF0000"/>
                </a:solidFill>
              </a:rPr>
              <a:t>problema relaxado</a:t>
            </a:r>
            <a:r>
              <a:rPr lang="pt-BR" dirty="0"/>
              <a:t>) é uma heurística para o problema original.</a:t>
            </a:r>
          </a:p>
          <a:p>
            <a:r>
              <a:rPr lang="pt-BR" b="1" dirty="0">
                <a:solidFill>
                  <a:srgbClr val="000050"/>
                </a:solidFill>
              </a:rPr>
              <a:t>Admissível</a:t>
            </a:r>
            <a:r>
              <a:rPr lang="pt-BR" dirty="0"/>
              <a:t>: a solução do problema relaxado não vai superestimar a do problema original.</a:t>
            </a:r>
          </a:p>
        </p:txBody>
      </p:sp>
    </p:spTree>
    <p:extLst>
      <p:ext uri="{BB962C8B-B14F-4D97-AF65-F5344CB8AC3E}">
        <p14:creationId xmlns:p14="http://schemas.microsoft.com/office/powerpoint/2010/main" val="133986132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5B82FA-198C-7058-9424-C5F7229A8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CRIAR HEURÍSTICAS: EXEMPLO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CDE5914-8B65-3ADA-9335-CDE2EB49CB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 daria a solução para um problema em que as peças pudessem se deslocar para qualquer lugar.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 daria a solução para um problema em que as peças pudessem se mover um quadrado por vez em qualquer direção.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CDE5914-8B65-3ADA-9335-CDE2EB49CB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3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951824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439B8-8317-0074-07F5-F4D0D7F3B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CRIAR HEURÍSTICAS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FE2628-058A-BA7D-A0E1-270864918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10" y="1825625"/>
            <a:ext cx="10370390" cy="771853"/>
          </a:xfrm>
        </p:spPr>
        <p:txBody>
          <a:bodyPr>
            <a:normAutofit fontScale="92500"/>
          </a:bodyPr>
          <a:lstStyle/>
          <a:p>
            <a:r>
              <a:rPr lang="pt-BR" dirty="0"/>
              <a:t>Usar o custo da solução de um subproblema do problema original.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7F0E39F-DD41-1F95-EBB1-41B4D50DB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179" y="2966810"/>
            <a:ext cx="5810771" cy="254221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52C5965-5A80-5D3D-F641-6093E20813CD}"/>
              </a:ext>
            </a:extLst>
          </p:cNvPr>
          <p:cNvSpPr txBox="1"/>
          <p:nvPr/>
        </p:nvSpPr>
        <p:spPr>
          <a:xfrm>
            <a:off x="3035777" y="2597478"/>
            <a:ext cx="1678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Estado INICIAL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B3C79A0-D018-3B9E-2B47-7C919EF3E4BF}"/>
              </a:ext>
            </a:extLst>
          </p:cNvPr>
          <p:cNvSpPr txBox="1"/>
          <p:nvPr/>
        </p:nvSpPr>
        <p:spPr>
          <a:xfrm>
            <a:off x="6337196" y="2540328"/>
            <a:ext cx="1520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Estado FINAL</a:t>
            </a:r>
          </a:p>
        </p:txBody>
      </p:sp>
    </p:spTree>
    <p:extLst>
      <p:ext uri="{BB962C8B-B14F-4D97-AF65-F5344CB8AC3E}">
        <p14:creationId xmlns:p14="http://schemas.microsoft.com/office/powerpoint/2010/main" val="401180075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5E8FB2-E3CE-FE17-625B-1BC7AA5D2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FIM!</a:t>
            </a:r>
          </a:p>
        </p:txBody>
      </p:sp>
      <p:pic>
        <p:nvPicPr>
          <p:cNvPr id="2052" name="Picture 4" descr="UFJF's Gif on X">
            <a:extLst>
              <a:ext uri="{FF2B5EF4-FFF2-40B4-BE49-F238E27FC236}">
                <a16:creationId xmlns:a16="http://schemas.microsoft.com/office/drawing/2014/main" id="{5A0BE90B-1881-9E8A-AC97-CF91BA2AA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1295400"/>
            <a:ext cx="3105150" cy="1746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Finalmente acabou Sextou!!! - Happy Homer Meme Generator">
            <a:extLst>
              <a:ext uri="{FF2B5EF4-FFF2-40B4-BE49-F238E27FC236}">
                <a16:creationId xmlns:a16="http://schemas.microsoft.com/office/drawing/2014/main" id="{460FC603-AD85-EA1B-422D-1E190303A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5646"/>
            <a:ext cx="3105150" cy="1744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BOM JOVENS, ACHO QUE ACABOU POR AQUI SE TIVER ALGUMA PERGUNTA PEÇO ...">
            <a:extLst>
              <a:ext uri="{FF2B5EF4-FFF2-40B4-BE49-F238E27FC236}">
                <a16:creationId xmlns:a16="http://schemas.microsoft.com/office/drawing/2014/main" id="{858407BA-2F03-0880-E0BB-D517AB82BC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5278" y="2168723"/>
            <a:ext cx="3371851" cy="337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Fim da apresentação | Meme estudar e trabalhar">
            <a:extLst>
              <a:ext uri="{FF2B5EF4-FFF2-40B4-BE49-F238E27FC236}">
                <a16:creationId xmlns:a16="http://schemas.microsoft.com/office/drawing/2014/main" id="{FBD9AEC6-6210-5645-401F-45787F68B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315" y="3223022"/>
            <a:ext cx="2647950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Pin de Amanda Fernandes em Meme | Frases engraçadas de filmes, Trabalho  engraçado, Fotos com frases engraçadas">
            <a:extLst>
              <a:ext uri="{FF2B5EF4-FFF2-40B4-BE49-F238E27FC236}">
                <a16:creationId xmlns:a16="http://schemas.microsoft.com/office/drawing/2014/main" id="{405234F0-3313-0356-D3CA-BDB4526D6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1254" y="2546452"/>
            <a:ext cx="3572766" cy="2381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Pin de DENISE WEINGAERTNER em Salvamentos rápidos | Novos memes, Trabalho  engraçado, Frases e imagens engraçadas">
            <a:extLst>
              <a:ext uri="{FF2B5EF4-FFF2-40B4-BE49-F238E27FC236}">
                <a16:creationId xmlns:a16="http://schemas.microsoft.com/office/drawing/2014/main" id="{804F5B7B-9CCD-F333-F425-968369A985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1" y="4174721"/>
            <a:ext cx="3352799" cy="2462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FIM DO SLIDE! ACHO BOM TU BATER PALMAS E NÃO FAZER PERGUNTAS! - Gerador de  Memes Online">
            <a:extLst>
              <a:ext uri="{FF2B5EF4-FFF2-40B4-BE49-F238E27FC236}">
                <a16:creationId xmlns:a16="http://schemas.microsoft.com/office/drawing/2014/main" id="{B0085182-FC14-D348-4F5F-9483351AF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5133" y="635348"/>
            <a:ext cx="2381844" cy="2381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EM CASO DE DÚVIDA: LEIA OS SLIDES NOVAMENTE - Gerador de Memes Online">
            <a:extLst>
              <a:ext uri="{FF2B5EF4-FFF2-40B4-BE49-F238E27FC236}">
                <a16:creationId xmlns:a16="http://schemas.microsoft.com/office/drawing/2014/main" id="{9106C7FF-864F-347D-768C-CBD03F8D9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203" y="185646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Acabou Os Slides Pbrigado Pela Atenção Familia - Meme - Criarmeme ...">
            <a:extLst>
              <a:ext uri="{FF2B5EF4-FFF2-40B4-BE49-F238E27FC236}">
                <a16:creationId xmlns:a16="http://schemas.microsoft.com/office/drawing/2014/main" id="{0630727E-E66B-B025-7607-109F17DE5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1068" y="4841470"/>
            <a:ext cx="1795463" cy="1795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0" name="Picture 22" descr="Ufa, acabou! Veja 28 imagens que provam que fevereiro valeu por um ...">
            <a:extLst>
              <a:ext uri="{FF2B5EF4-FFF2-40B4-BE49-F238E27FC236}">
                <a16:creationId xmlns:a16="http://schemas.microsoft.com/office/drawing/2014/main" id="{AE18696F-121E-CE5F-5F00-983EB64CF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863" y="5470644"/>
            <a:ext cx="2007562" cy="1323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7540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_Aems_2026_v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a_Aems_2026_v1" id="{31D861D1-C375-4C3D-9E26-2064B5AFDB1D}" vid="{B7592932-0B5C-45F7-B648-5DAF9370664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Tema_Aems_2026_v1</Template>
  <TotalTime>424</TotalTime>
  <Words>2785</Words>
  <Application>Microsoft Office PowerPoint</Application>
  <PresentationFormat>Widescreen</PresentationFormat>
  <Paragraphs>673</Paragraphs>
  <Slides>76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76</vt:i4>
      </vt:variant>
    </vt:vector>
  </HeadingPairs>
  <TitlesOfParts>
    <vt:vector size="80" baseType="lpstr">
      <vt:lpstr>Aptos</vt:lpstr>
      <vt:lpstr>Arial</vt:lpstr>
      <vt:lpstr>Cambria Math</vt:lpstr>
      <vt:lpstr>Tema_Aems_2026_v1</vt:lpstr>
      <vt:lpstr>Disciplina: Inteligência Artificial</vt:lpstr>
      <vt:lpstr>Relembrando “PROBLEMA”</vt:lpstr>
      <vt:lpstr>PROBLEMAS</vt:lpstr>
      <vt:lpstr>ESPAÇO DE ESTADOS</vt:lpstr>
      <vt:lpstr>ESPAÇO DE ESTADOS</vt:lpstr>
      <vt:lpstr>EXEMPLO: ASPIRADOR DE PÓ</vt:lpstr>
      <vt:lpstr>EXEMPLO: ASPIRADOR DE PÓ</vt:lpstr>
      <vt:lpstr>EXEMPLO: 8 RAINHAS</vt:lpstr>
      <vt:lpstr>EXEMPLO: 8 RAINHAS</vt:lpstr>
      <vt:lpstr>EXEMPLO: 8 RAINHAS</vt:lpstr>
      <vt:lpstr>BUSCA EM ÁRVORE</vt:lpstr>
      <vt:lpstr>BUSCA EM ÁRVORE</vt:lpstr>
      <vt:lpstr>ESTRATÉGIAS DE BUSCA</vt:lpstr>
      <vt:lpstr>BUSCA CEGA (não informada)</vt:lpstr>
      <vt:lpstr>BUSCA EM LARGURA FILA (FIFO)</vt:lpstr>
      <vt:lpstr>BUSCA EM LARGURA</vt:lpstr>
      <vt:lpstr>BUSCA EM LARGURA</vt:lpstr>
      <vt:lpstr>BUSCA EM LARGURA</vt:lpstr>
      <vt:lpstr>BUSCA EM LARGURA, CARACTERISTICAS;</vt:lpstr>
      <vt:lpstr>BUSCA EM PROFUNDIDADE  Pilha (LIFO)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PROFUNDIDADE LIMITADA</vt:lpstr>
      <vt:lpstr>PROFUNDIDADE ITERATIVA</vt:lpstr>
      <vt:lpstr>PROFUNDIDADE ITERATIVA</vt:lpstr>
      <vt:lpstr>PROFUNDIDADE ITERATIVA</vt:lpstr>
      <vt:lpstr>PROFUNDIDADE ITERATIVA</vt:lpstr>
      <vt:lpstr>PROFUNDIDADE ITERATIVA</vt:lpstr>
      <vt:lpstr>PROFUNDIDADE ITERATIVA</vt:lpstr>
      <vt:lpstr>Busca Heurística</vt:lpstr>
      <vt:lpstr>Definição; Busca Heurística.</vt:lpstr>
      <vt:lpstr>Relembrando “PROBLEMA”</vt:lpstr>
      <vt:lpstr>DIFERENÇA  ESTADOS X NÓS</vt:lpstr>
      <vt:lpstr>PROBLEMAS</vt:lpstr>
      <vt:lpstr>BUSCA INFORMADA</vt:lpstr>
      <vt:lpstr>BUSCA INFORMADA</vt:lpstr>
      <vt:lpstr>MELHOR ESCOLHA</vt:lpstr>
      <vt:lpstr>MELHOR ESCOLHA</vt:lpstr>
      <vt:lpstr>ROMÊNIA (Distancia em KM)</vt:lpstr>
      <vt:lpstr>BUSCA GULOSA</vt:lpstr>
      <vt:lpstr>ROMÊNIA (Distancia Linha RETA)</vt:lpstr>
      <vt:lpstr>ROMÊNIA (Distancia Linha RETA)</vt:lpstr>
      <vt:lpstr>ROMÊNIA (Distancia Linha RETA)</vt:lpstr>
      <vt:lpstr>BUSCA GULOSA (EXEMPLO)</vt:lpstr>
      <vt:lpstr>BUSCA GULOSA (EXEMPLO)</vt:lpstr>
      <vt:lpstr>BUSCA GULOSA (EXEMPLO)</vt:lpstr>
      <vt:lpstr>BUSCA GULOSA (EXEMPLO)</vt:lpstr>
      <vt:lpstr>BUSCA GULOSA</vt:lpstr>
      <vt:lpstr>BUSCA GULOSA - Ex. Ir de Iasi a Fagaras</vt:lpstr>
      <vt:lpstr>BUSCA GULOSA</vt:lpstr>
      <vt:lpstr>BUSCA GULOSA</vt:lpstr>
      <vt:lpstr>BUSCA A*</vt:lpstr>
      <vt:lpstr>BUSCA A* (EXEMPLO)</vt:lpstr>
      <vt:lpstr>BUSCA A* (EXEMPLO)</vt:lpstr>
      <vt:lpstr>BUSCA A* (EXEMPLO)</vt:lpstr>
      <vt:lpstr>BUSCA A* (EXEMPLO)</vt:lpstr>
      <vt:lpstr>BUSCA A* (EXEMPLO)</vt:lpstr>
      <vt:lpstr>BUSCA A* (EXEMPLO)</vt:lpstr>
      <vt:lpstr>HEURISTICA ADMISSÍVEL</vt:lpstr>
      <vt:lpstr>BUSCA A*</vt:lpstr>
      <vt:lpstr>BUSCA A*</vt:lpstr>
      <vt:lpstr>EXEMPLO: HEURÍSTICAS ADMISSIVEIS</vt:lpstr>
      <vt:lpstr>EXEMPLO: HEURÍSTICAS</vt:lpstr>
      <vt:lpstr>EXEMPLO: HEURÍSTICAS</vt:lpstr>
      <vt:lpstr>HEURÍSTICA: DOMINÂNCIA</vt:lpstr>
      <vt:lpstr>DOMINÂNCIA</vt:lpstr>
      <vt:lpstr>DOMINÂNCIA</vt:lpstr>
      <vt:lpstr>COMO CRIAR HEURÍSTICAS</vt:lpstr>
      <vt:lpstr>COMO CRIAR HEURÍSTICAS: EXEMPLO</vt:lpstr>
      <vt:lpstr>COMO CRIAR HEURÍSTICAS</vt:lpstr>
      <vt:lpstr>FIM!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Vieira do Espirito Santo</dc:creator>
  <cp:lastModifiedBy>Richard Vieira do Espirito Santo</cp:lastModifiedBy>
  <cp:revision>20</cp:revision>
  <dcterms:created xsi:type="dcterms:W3CDTF">2026-03-09T03:25:46Z</dcterms:created>
  <dcterms:modified xsi:type="dcterms:W3CDTF">2026-03-17T00:37:14Z</dcterms:modified>
</cp:coreProperties>
</file>