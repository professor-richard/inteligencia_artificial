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EBFBC2-A79E-4035-A71D-22DEE633520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pt-BR"/>
        </a:p>
      </dgm:t>
    </dgm:pt>
    <dgm:pt modelId="{41DEB9C7-EA6D-4D61-B5CE-CDAEBBD8EA17}">
      <dgm:prSet/>
      <dgm:spPr/>
      <dgm:t>
        <a:bodyPr/>
        <a:lstStyle/>
        <a:p>
          <a:r>
            <a:rPr lang="pt-BR" b="1" dirty="0"/>
            <a:t>“linguagens simbólicas</a:t>
          </a:r>
          <a:r>
            <a:rPr lang="pt-BR" dirty="0"/>
            <a:t> são sistemas formais de representação do conhecimento que utilizam símbolos, regras e estruturas lógicas para modelar informações, processos e raciocínios.”</a:t>
          </a:r>
        </a:p>
      </dgm:t>
    </dgm:pt>
    <dgm:pt modelId="{C45293BC-2EC1-4D7A-B3FB-2F8E6B7266AD}" type="parTrans" cxnId="{677F2208-0570-486E-9F63-C3F4E50C107D}">
      <dgm:prSet/>
      <dgm:spPr/>
      <dgm:t>
        <a:bodyPr/>
        <a:lstStyle/>
        <a:p>
          <a:endParaRPr lang="pt-BR"/>
        </a:p>
      </dgm:t>
    </dgm:pt>
    <dgm:pt modelId="{6EE74F96-B42F-477D-A028-7AE67C09B678}" type="sibTrans" cxnId="{677F2208-0570-486E-9F63-C3F4E50C107D}">
      <dgm:prSet/>
      <dgm:spPr/>
      <dgm:t>
        <a:bodyPr/>
        <a:lstStyle/>
        <a:p>
          <a:endParaRPr lang="pt-BR"/>
        </a:p>
      </dgm:t>
    </dgm:pt>
    <dgm:pt modelId="{12132DA7-7744-4107-9814-F3F4A77034DB}">
      <dgm:prSet/>
      <dgm:spPr/>
      <dgm:t>
        <a:bodyPr/>
        <a:lstStyle/>
        <a:p>
          <a:r>
            <a:rPr lang="pt-BR" dirty="0"/>
            <a:t>“A Inteligência Artificial clássica é baseada na ideia de que o pensamento é uma forma de manipulação simbólica.”</a:t>
          </a:r>
        </a:p>
        <a:p>
          <a:r>
            <a:rPr lang="pt-BR" dirty="0"/>
            <a:t>“Pensar é computar símbolos de acordo com regras.”</a:t>
          </a:r>
        </a:p>
      </dgm:t>
    </dgm:pt>
    <dgm:pt modelId="{1CFEADB6-0BBA-412F-B15B-DA83C207A1FF}" type="parTrans" cxnId="{68BC6102-CE38-43BC-8FF4-C491AE365F36}">
      <dgm:prSet/>
      <dgm:spPr/>
      <dgm:t>
        <a:bodyPr/>
        <a:lstStyle/>
        <a:p>
          <a:endParaRPr lang="pt-BR"/>
        </a:p>
      </dgm:t>
    </dgm:pt>
    <dgm:pt modelId="{E5F73D5B-3B5B-4F9F-BB14-E60EA8D51FF6}" type="sibTrans" cxnId="{68BC6102-CE38-43BC-8FF4-C491AE365F36}">
      <dgm:prSet/>
      <dgm:spPr/>
      <dgm:t>
        <a:bodyPr/>
        <a:lstStyle/>
        <a:p>
          <a:endParaRPr lang="pt-BR"/>
        </a:p>
      </dgm:t>
    </dgm:pt>
    <dgm:pt modelId="{86D1F8F2-E6C7-43FB-90E1-34FBF729CCC4}">
      <dgm:prSet/>
      <dgm:spPr/>
      <dgm:t>
        <a:bodyPr/>
        <a:lstStyle/>
        <a:p>
          <a:r>
            <a:rPr lang="en-US" dirty="0"/>
            <a:t>HAUGELAND, John. </a:t>
          </a:r>
          <a:r>
            <a:rPr lang="en-US" i="1" dirty="0"/>
            <a:t>Artificial Intelligence: The Very Idea</a:t>
          </a:r>
          <a:r>
            <a:rPr lang="en-US" dirty="0"/>
            <a:t>.</a:t>
          </a:r>
          <a:br>
            <a:rPr lang="en-US" dirty="0"/>
          </a:br>
          <a:r>
            <a:rPr lang="en-US" dirty="0"/>
            <a:t>Cambridge, MA: MIT Press, 1985.	</a:t>
          </a:r>
          <a:endParaRPr lang="pt-BR" dirty="0"/>
        </a:p>
      </dgm:t>
    </dgm:pt>
    <dgm:pt modelId="{E2FE19F9-47D0-4B2F-87CE-2C6A94BFB6D5}" type="parTrans" cxnId="{918965FA-5D6D-48A4-913F-26AFE2BB26BA}">
      <dgm:prSet/>
      <dgm:spPr/>
      <dgm:t>
        <a:bodyPr/>
        <a:lstStyle/>
        <a:p>
          <a:endParaRPr lang="pt-BR"/>
        </a:p>
      </dgm:t>
    </dgm:pt>
    <dgm:pt modelId="{053B402A-AF99-435E-86C9-4EBD001A659F}" type="sibTrans" cxnId="{918965FA-5D6D-48A4-913F-26AFE2BB26BA}">
      <dgm:prSet/>
      <dgm:spPr/>
      <dgm:t>
        <a:bodyPr/>
        <a:lstStyle/>
        <a:p>
          <a:endParaRPr lang="pt-BR"/>
        </a:p>
      </dgm:t>
    </dgm:pt>
    <dgm:pt modelId="{21E6E359-5332-4D89-8CBB-D78B59F49CC9}">
      <dgm:prSet/>
      <dgm:spPr/>
      <dgm:t>
        <a:bodyPr/>
        <a:lstStyle/>
        <a:p>
          <a:pPr>
            <a:buNone/>
          </a:pPr>
          <a:r>
            <a:rPr lang="en-US"/>
            <a:t>RUSSELL, Stuart; NORVIG, Peter. </a:t>
          </a:r>
          <a:r>
            <a:rPr lang="en-US" i="1"/>
            <a:t>Artificial Intelligence: A Modern Approach</a:t>
          </a:r>
          <a:r>
            <a:rPr lang="en-US"/>
            <a:t>.</a:t>
          </a:r>
          <a:br>
            <a:rPr lang="en-US"/>
          </a:br>
          <a:r>
            <a:rPr lang="en-US"/>
            <a:t>4. ed. Pearson, 2021.</a:t>
          </a:r>
          <a:endParaRPr lang="pt-BR" dirty="0"/>
        </a:p>
      </dgm:t>
    </dgm:pt>
    <dgm:pt modelId="{83D216E3-93A9-46C4-8C3A-5730AB6D6AFB}" type="parTrans" cxnId="{AA81383B-FE41-4545-A7E1-8E7F06A5983A}">
      <dgm:prSet/>
      <dgm:spPr/>
      <dgm:t>
        <a:bodyPr/>
        <a:lstStyle/>
        <a:p>
          <a:endParaRPr lang="pt-BR"/>
        </a:p>
      </dgm:t>
    </dgm:pt>
    <dgm:pt modelId="{7CEADAB4-DF23-4482-99B1-DA22C41F0F1B}" type="sibTrans" cxnId="{AA81383B-FE41-4545-A7E1-8E7F06A5983A}">
      <dgm:prSet/>
      <dgm:spPr/>
      <dgm:t>
        <a:bodyPr/>
        <a:lstStyle/>
        <a:p>
          <a:endParaRPr lang="pt-BR"/>
        </a:p>
      </dgm:t>
    </dgm:pt>
    <dgm:pt modelId="{EA93EDD7-5B99-4353-8838-780025B04C4A}" type="pres">
      <dgm:prSet presAssocID="{50EBFBC2-A79E-4035-A71D-22DEE6335201}" presName="linear" presStyleCnt="0">
        <dgm:presLayoutVars>
          <dgm:animLvl val="lvl"/>
          <dgm:resizeHandles val="exact"/>
        </dgm:presLayoutVars>
      </dgm:prSet>
      <dgm:spPr/>
    </dgm:pt>
    <dgm:pt modelId="{BB9B032C-59C2-47E5-BFA0-DBCFDA1B90A3}" type="pres">
      <dgm:prSet presAssocID="{41DEB9C7-EA6D-4D61-B5CE-CDAEBBD8EA17}" presName="parentText" presStyleLbl="node1" presStyleIdx="0" presStyleCnt="2">
        <dgm:presLayoutVars>
          <dgm:chMax val="0"/>
          <dgm:bulletEnabled val="1"/>
        </dgm:presLayoutVars>
      </dgm:prSet>
      <dgm:spPr/>
    </dgm:pt>
    <dgm:pt modelId="{5DFBEA86-5E4B-4911-B120-1D11510CE132}" type="pres">
      <dgm:prSet presAssocID="{41DEB9C7-EA6D-4D61-B5CE-CDAEBBD8EA17}" presName="childText" presStyleLbl="revTx" presStyleIdx="0" presStyleCnt="2">
        <dgm:presLayoutVars>
          <dgm:bulletEnabled val="1"/>
        </dgm:presLayoutVars>
      </dgm:prSet>
      <dgm:spPr/>
    </dgm:pt>
    <dgm:pt modelId="{ACD81A8E-1B16-4405-AD5C-19E965909FF6}" type="pres">
      <dgm:prSet presAssocID="{12132DA7-7744-4107-9814-F3F4A77034DB}" presName="parentText" presStyleLbl="node1" presStyleIdx="1" presStyleCnt="2">
        <dgm:presLayoutVars>
          <dgm:chMax val="0"/>
          <dgm:bulletEnabled val="1"/>
        </dgm:presLayoutVars>
      </dgm:prSet>
      <dgm:spPr/>
    </dgm:pt>
    <dgm:pt modelId="{FA340278-0DC6-45D0-98BB-8F504A7066D1}" type="pres">
      <dgm:prSet presAssocID="{12132DA7-7744-4107-9814-F3F4A77034DB}" presName="childText" presStyleLbl="revTx" presStyleIdx="1" presStyleCnt="2">
        <dgm:presLayoutVars>
          <dgm:bulletEnabled val="1"/>
        </dgm:presLayoutVars>
      </dgm:prSet>
      <dgm:spPr/>
    </dgm:pt>
  </dgm:ptLst>
  <dgm:cxnLst>
    <dgm:cxn modelId="{68BC6102-CE38-43BC-8FF4-C491AE365F36}" srcId="{50EBFBC2-A79E-4035-A71D-22DEE6335201}" destId="{12132DA7-7744-4107-9814-F3F4A77034DB}" srcOrd="1" destOrd="0" parTransId="{1CFEADB6-0BBA-412F-B15B-DA83C207A1FF}" sibTransId="{E5F73D5B-3B5B-4F9F-BB14-E60EA8D51FF6}"/>
    <dgm:cxn modelId="{677F2208-0570-486E-9F63-C3F4E50C107D}" srcId="{50EBFBC2-A79E-4035-A71D-22DEE6335201}" destId="{41DEB9C7-EA6D-4D61-B5CE-CDAEBBD8EA17}" srcOrd="0" destOrd="0" parTransId="{C45293BC-2EC1-4D7A-B3FB-2F8E6B7266AD}" sibTransId="{6EE74F96-B42F-477D-A028-7AE67C09B678}"/>
    <dgm:cxn modelId="{7E58800E-1B85-46E3-9E6B-9DBE5AF105D9}" type="presOf" srcId="{21E6E359-5332-4D89-8CBB-D78B59F49CC9}" destId="{5DFBEA86-5E4B-4911-B120-1D11510CE132}" srcOrd="0" destOrd="0" presId="urn:microsoft.com/office/officeart/2005/8/layout/vList2"/>
    <dgm:cxn modelId="{AA81383B-FE41-4545-A7E1-8E7F06A5983A}" srcId="{41DEB9C7-EA6D-4D61-B5CE-CDAEBBD8EA17}" destId="{21E6E359-5332-4D89-8CBB-D78B59F49CC9}" srcOrd="0" destOrd="0" parTransId="{83D216E3-93A9-46C4-8C3A-5730AB6D6AFB}" sibTransId="{7CEADAB4-DF23-4482-99B1-DA22C41F0F1B}"/>
    <dgm:cxn modelId="{498DB86E-0BD4-4ACE-AA1A-9DD3B16B19E2}" type="presOf" srcId="{12132DA7-7744-4107-9814-F3F4A77034DB}" destId="{ACD81A8E-1B16-4405-AD5C-19E965909FF6}" srcOrd="0" destOrd="0" presId="urn:microsoft.com/office/officeart/2005/8/layout/vList2"/>
    <dgm:cxn modelId="{45587D54-AA05-488E-B32A-0B9225F22787}" type="presOf" srcId="{86D1F8F2-E6C7-43FB-90E1-34FBF729CCC4}" destId="{FA340278-0DC6-45D0-98BB-8F504A7066D1}" srcOrd="0" destOrd="0" presId="urn:microsoft.com/office/officeart/2005/8/layout/vList2"/>
    <dgm:cxn modelId="{966B83BB-5688-4BF9-8091-2DACADA6C6FD}" type="presOf" srcId="{50EBFBC2-A79E-4035-A71D-22DEE6335201}" destId="{EA93EDD7-5B99-4353-8838-780025B04C4A}" srcOrd="0" destOrd="0" presId="urn:microsoft.com/office/officeart/2005/8/layout/vList2"/>
    <dgm:cxn modelId="{79E5AEC7-1B18-42AE-A129-D229EED33E4D}" type="presOf" srcId="{41DEB9C7-EA6D-4D61-B5CE-CDAEBBD8EA17}" destId="{BB9B032C-59C2-47E5-BFA0-DBCFDA1B90A3}" srcOrd="0" destOrd="0" presId="urn:microsoft.com/office/officeart/2005/8/layout/vList2"/>
    <dgm:cxn modelId="{918965FA-5D6D-48A4-913F-26AFE2BB26BA}" srcId="{12132DA7-7744-4107-9814-F3F4A77034DB}" destId="{86D1F8F2-E6C7-43FB-90E1-34FBF729CCC4}" srcOrd="0" destOrd="0" parTransId="{E2FE19F9-47D0-4B2F-87CE-2C6A94BFB6D5}" sibTransId="{053B402A-AF99-435E-86C9-4EBD001A659F}"/>
    <dgm:cxn modelId="{25DD95C4-37C6-46AE-A3D8-4383709C81DB}" type="presParOf" srcId="{EA93EDD7-5B99-4353-8838-780025B04C4A}" destId="{BB9B032C-59C2-47E5-BFA0-DBCFDA1B90A3}" srcOrd="0" destOrd="0" presId="urn:microsoft.com/office/officeart/2005/8/layout/vList2"/>
    <dgm:cxn modelId="{BC372820-CE21-4A09-A86A-499DA0FFB65E}" type="presParOf" srcId="{EA93EDD7-5B99-4353-8838-780025B04C4A}" destId="{5DFBEA86-5E4B-4911-B120-1D11510CE132}" srcOrd="1" destOrd="0" presId="urn:microsoft.com/office/officeart/2005/8/layout/vList2"/>
    <dgm:cxn modelId="{8AA379EC-E9A6-428A-95AE-586FCCF2434B}" type="presParOf" srcId="{EA93EDD7-5B99-4353-8838-780025B04C4A}" destId="{ACD81A8E-1B16-4405-AD5C-19E965909FF6}" srcOrd="2" destOrd="0" presId="urn:microsoft.com/office/officeart/2005/8/layout/vList2"/>
    <dgm:cxn modelId="{066F4114-B376-4ACB-A8AB-A8F00EE90C2E}" type="presParOf" srcId="{EA93EDD7-5B99-4353-8838-780025B04C4A}" destId="{FA340278-0DC6-45D0-98BB-8F504A7066D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21F9FD-6A2D-449A-A1C8-14109849C18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pt-BR"/>
        </a:p>
      </dgm:t>
    </dgm:pt>
    <dgm:pt modelId="{4452681B-A5B8-41F7-B4EE-AD22B474903B}">
      <dgm:prSet custT="1"/>
      <dgm:spPr/>
      <dgm:t>
        <a:bodyPr/>
        <a:lstStyle/>
        <a:p>
          <a:r>
            <a:rPr lang="pt-BR" sz="2400" dirty="0"/>
            <a:t>“Programas são construídos a partir de algoritmos e estruturas de dados, que exigem um pensamento lógico rigoroso.”</a:t>
          </a:r>
        </a:p>
      </dgm:t>
    </dgm:pt>
    <dgm:pt modelId="{76A1772D-61E0-45E7-9766-BD8AAF3798EE}" type="parTrans" cxnId="{51765F5A-D35E-414C-85A4-8C590B056216}">
      <dgm:prSet/>
      <dgm:spPr/>
      <dgm:t>
        <a:bodyPr/>
        <a:lstStyle/>
        <a:p>
          <a:endParaRPr lang="pt-BR"/>
        </a:p>
      </dgm:t>
    </dgm:pt>
    <dgm:pt modelId="{1409C753-4F79-44D8-A923-CF2DEEDE49CB}" type="sibTrans" cxnId="{51765F5A-D35E-414C-85A4-8C590B056216}">
      <dgm:prSet/>
      <dgm:spPr/>
      <dgm:t>
        <a:bodyPr/>
        <a:lstStyle/>
        <a:p>
          <a:endParaRPr lang="pt-BR"/>
        </a:p>
      </dgm:t>
    </dgm:pt>
    <dgm:pt modelId="{B8A3E8F3-4EAE-4A90-B094-05C8B8CA7D1B}">
      <dgm:prSet custT="1"/>
      <dgm:spPr/>
      <dgm:t>
        <a:bodyPr/>
        <a:lstStyle/>
        <a:p>
          <a:r>
            <a:rPr lang="pt-BR" sz="1800" dirty="0"/>
            <a:t>WIRTH, </a:t>
          </a:r>
          <a:r>
            <a:rPr lang="pt-BR" sz="1800" dirty="0" err="1"/>
            <a:t>Niklaus</a:t>
          </a:r>
          <a:r>
            <a:rPr lang="pt-BR" sz="1800" dirty="0"/>
            <a:t>. </a:t>
          </a:r>
          <a:r>
            <a:rPr lang="pt-BR" sz="1800" i="1" dirty="0" err="1"/>
            <a:t>Algorithms</a:t>
          </a:r>
          <a:r>
            <a:rPr lang="pt-BR" sz="1800" i="1" dirty="0"/>
            <a:t> + Data </a:t>
          </a:r>
          <a:r>
            <a:rPr lang="pt-BR" sz="1800" i="1" dirty="0" err="1"/>
            <a:t>Structures</a:t>
          </a:r>
          <a:r>
            <a:rPr lang="pt-BR" sz="1800" i="1" dirty="0"/>
            <a:t> = </a:t>
          </a:r>
          <a:r>
            <a:rPr lang="pt-BR" sz="1800" i="1" dirty="0" err="1"/>
            <a:t>Programs</a:t>
          </a:r>
          <a:r>
            <a:rPr lang="pt-BR" sz="1800" dirty="0"/>
            <a:t>.</a:t>
          </a:r>
          <a:br>
            <a:rPr lang="pt-BR" sz="1800" dirty="0"/>
          </a:br>
          <a:r>
            <a:rPr lang="pt-BR" sz="1800" dirty="0" err="1"/>
            <a:t>Englewood</a:t>
          </a:r>
          <a:r>
            <a:rPr lang="pt-BR" sz="1800" dirty="0"/>
            <a:t> </a:t>
          </a:r>
          <a:r>
            <a:rPr lang="pt-BR" sz="1800" dirty="0" err="1"/>
            <a:t>Cliffs</a:t>
          </a:r>
          <a:r>
            <a:rPr lang="pt-BR" sz="1800" dirty="0"/>
            <a:t>: Prentice-Hall, 1976.</a:t>
          </a:r>
        </a:p>
      </dgm:t>
    </dgm:pt>
    <dgm:pt modelId="{AB50557B-EAF4-47CD-8391-8EED9570E9E9}" type="parTrans" cxnId="{9787AF63-0508-4B97-8893-FD7A5F5C4D63}">
      <dgm:prSet/>
      <dgm:spPr/>
      <dgm:t>
        <a:bodyPr/>
        <a:lstStyle/>
        <a:p>
          <a:endParaRPr lang="pt-BR"/>
        </a:p>
      </dgm:t>
    </dgm:pt>
    <dgm:pt modelId="{841532EE-B36D-4712-960C-72061A2DA095}" type="sibTrans" cxnId="{9787AF63-0508-4B97-8893-FD7A5F5C4D63}">
      <dgm:prSet/>
      <dgm:spPr/>
      <dgm:t>
        <a:bodyPr/>
        <a:lstStyle/>
        <a:p>
          <a:endParaRPr lang="pt-BR"/>
        </a:p>
      </dgm:t>
    </dgm:pt>
    <dgm:pt modelId="{470594E6-B730-4158-8298-1D06D2B50B47}" type="pres">
      <dgm:prSet presAssocID="{8921F9FD-6A2D-449A-A1C8-14109849C18F}" presName="linear" presStyleCnt="0">
        <dgm:presLayoutVars>
          <dgm:animLvl val="lvl"/>
          <dgm:resizeHandles val="exact"/>
        </dgm:presLayoutVars>
      </dgm:prSet>
      <dgm:spPr/>
    </dgm:pt>
    <dgm:pt modelId="{62576FCA-5EC9-434E-B8B7-3C99A548C76E}" type="pres">
      <dgm:prSet presAssocID="{4452681B-A5B8-41F7-B4EE-AD22B474903B}" presName="parentText" presStyleLbl="node1" presStyleIdx="0" presStyleCnt="1">
        <dgm:presLayoutVars>
          <dgm:chMax val="0"/>
          <dgm:bulletEnabled val="1"/>
        </dgm:presLayoutVars>
      </dgm:prSet>
      <dgm:spPr/>
    </dgm:pt>
    <dgm:pt modelId="{EC1F9346-2966-4D82-ACCC-2B939793A9A7}" type="pres">
      <dgm:prSet presAssocID="{4452681B-A5B8-41F7-B4EE-AD22B474903B}" presName="childText" presStyleLbl="revTx" presStyleIdx="0" presStyleCnt="1">
        <dgm:presLayoutVars>
          <dgm:bulletEnabled val="1"/>
        </dgm:presLayoutVars>
      </dgm:prSet>
      <dgm:spPr/>
    </dgm:pt>
  </dgm:ptLst>
  <dgm:cxnLst>
    <dgm:cxn modelId="{2AD84C19-048C-4493-8268-74DD98DCEBB4}" type="presOf" srcId="{8921F9FD-6A2D-449A-A1C8-14109849C18F}" destId="{470594E6-B730-4158-8298-1D06D2B50B47}" srcOrd="0" destOrd="0" presId="urn:microsoft.com/office/officeart/2005/8/layout/vList2"/>
    <dgm:cxn modelId="{2E9E435C-8DF9-4BCC-AEC6-021EC688D419}" type="presOf" srcId="{B8A3E8F3-4EAE-4A90-B094-05C8B8CA7D1B}" destId="{EC1F9346-2966-4D82-ACCC-2B939793A9A7}" srcOrd="0" destOrd="0" presId="urn:microsoft.com/office/officeart/2005/8/layout/vList2"/>
    <dgm:cxn modelId="{9787AF63-0508-4B97-8893-FD7A5F5C4D63}" srcId="{4452681B-A5B8-41F7-B4EE-AD22B474903B}" destId="{B8A3E8F3-4EAE-4A90-B094-05C8B8CA7D1B}" srcOrd="0" destOrd="0" parTransId="{AB50557B-EAF4-47CD-8391-8EED9570E9E9}" sibTransId="{841532EE-B36D-4712-960C-72061A2DA095}"/>
    <dgm:cxn modelId="{51765F5A-D35E-414C-85A4-8C590B056216}" srcId="{8921F9FD-6A2D-449A-A1C8-14109849C18F}" destId="{4452681B-A5B8-41F7-B4EE-AD22B474903B}" srcOrd="0" destOrd="0" parTransId="{76A1772D-61E0-45E7-9766-BD8AAF3798EE}" sibTransId="{1409C753-4F79-44D8-A923-CF2DEEDE49CB}"/>
    <dgm:cxn modelId="{690DA8AE-6A49-4616-8AD8-46A30BF57237}" type="presOf" srcId="{4452681B-A5B8-41F7-B4EE-AD22B474903B}" destId="{62576FCA-5EC9-434E-B8B7-3C99A548C76E}" srcOrd="0" destOrd="0" presId="urn:microsoft.com/office/officeart/2005/8/layout/vList2"/>
    <dgm:cxn modelId="{2769367F-D1C3-43B4-AB7E-A335D42AD2B9}" type="presParOf" srcId="{470594E6-B730-4158-8298-1D06D2B50B47}" destId="{62576FCA-5EC9-434E-B8B7-3C99A548C76E}" srcOrd="0" destOrd="0" presId="urn:microsoft.com/office/officeart/2005/8/layout/vList2"/>
    <dgm:cxn modelId="{6A49D1F5-A55F-49F6-8BB5-C727F9B68F1E}" type="presParOf" srcId="{470594E6-B730-4158-8298-1D06D2B50B47}" destId="{EC1F9346-2966-4D82-ACCC-2B939793A9A7}"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21F9FD-6A2D-449A-A1C8-14109849C18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pt-BR"/>
        </a:p>
      </dgm:t>
    </dgm:pt>
    <dgm:pt modelId="{4452681B-A5B8-41F7-B4EE-AD22B474903B}">
      <dgm:prSet custT="1"/>
      <dgm:spPr/>
      <dgm:t>
        <a:bodyPr/>
        <a:lstStyle/>
        <a:p>
          <a:r>
            <a:rPr lang="pt-BR" sz="2400" dirty="0"/>
            <a:t>“A Programação Lógica é a ideia de que algoritmos podem ser expressos como lógica, e a computação pode ser realizada como inferência.”</a:t>
          </a:r>
        </a:p>
      </dgm:t>
    </dgm:pt>
    <dgm:pt modelId="{76A1772D-61E0-45E7-9766-BD8AAF3798EE}" type="parTrans" cxnId="{51765F5A-D35E-414C-85A4-8C590B056216}">
      <dgm:prSet/>
      <dgm:spPr/>
      <dgm:t>
        <a:bodyPr/>
        <a:lstStyle/>
        <a:p>
          <a:endParaRPr lang="pt-BR"/>
        </a:p>
      </dgm:t>
    </dgm:pt>
    <dgm:pt modelId="{1409C753-4F79-44D8-A923-CF2DEEDE49CB}" type="sibTrans" cxnId="{51765F5A-D35E-414C-85A4-8C590B056216}">
      <dgm:prSet/>
      <dgm:spPr/>
      <dgm:t>
        <a:bodyPr/>
        <a:lstStyle/>
        <a:p>
          <a:endParaRPr lang="pt-BR"/>
        </a:p>
      </dgm:t>
    </dgm:pt>
    <dgm:pt modelId="{4DBDC3E5-15DF-40A9-AD1B-C2148CC36F11}">
      <dgm:prSet custT="1"/>
      <dgm:spPr/>
      <dgm:t>
        <a:bodyPr/>
        <a:lstStyle/>
        <a:p>
          <a:r>
            <a:rPr lang="pt-BR" sz="1800" dirty="0"/>
            <a:t>KOWALSKI, Robert. </a:t>
          </a:r>
          <a:r>
            <a:rPr lang="pt-BR" sz="1800" i="1" dirty="0" err="1"/>
            <a:t>Logic</a:t>
          </a:r>
          <a:r>
            <a:rPr lang="pt-BR" sz="1800" i="1" dirty="0"/>
            <a:t> for </a:t>
          </a:r>
          <a:r>
            <a:rPr lang="pt-BR" sz="1800" i="1" dirty="0" err="1"/>
            <a:t>Problem</a:t>
          </a:r>
          <a:r>
            <a:rPr lang="pt-BR" sz="1800" i="1" dirty="0"/>
            <a:t> </a:t>
          </a:r>
          <a:r>
            <a:rPr lang="pt-BR" sz="1800" i="1" dirty="0" err="1"/>
            <a:t>Solving</a:t>
          </a:r>
          <a:r>
            <a:rPr lang="pt-BR" sz="1800" dirty="0"/>
            <a:t>.</a:t>
          </a:r>
          <a:br>
            <a:rPr lang="pt-BR" sz="1800" dirty="0"/>
          </a:br>
          <a:r>
            <a:rPr lang="pt-BR" sz="1800" dirty="0"/>
            <a:t>New York: North-</a:t>
          </a:r>
          <a:r>
            <a:rPr lang="pt-BR" sz="1800" dirty="0" err="1"/>
            <a:t>Holland</a:t>
          </a:r>
          <a:r>
            <a:rPr lang="pt-BR" sz="1800" dirty="0"/>
            <a:t>, 1979.</a:t>
          </a:r>
        </a:p>
      </dgm:t>
    </dgm:pt>
    <dgm:pt modelId="{B3F6D0F6-8B43-412D-A8A8-8D94CCB91485}" type="parTrans" cxnId="{2B7AEFC0-5FF0-4E9B-A400-EE4730522A3A}">
      <dgm:prSet/>
      <dgm:spPr/>
      <dgm:t>
        <a:bodyPr/>
        <a:lstStyle/>
        <a:p>
          <a:endParaRPr lang="pt-BR"/>
        </a:p>
      </dgm:t>
    </dgm:pt>
    <dgm:pt modelId="{D8A2B412-2E6B-4C10-9479-0F92B05F6C36}" type="sibTrans" cxnId="{2B7AEFC0-5FF0-4E9B-A400-EE4730522A3A}">
      <dgm:prSet/>
      <dgm:spPr/>
      <dgm:t>
        <a:bodyPr/>
        <a:lstStyle/>
        <a:p>
          <a:endParaRPr lang="pt-BR"/>
        </a:p>
      </dgm:t>
    </dgm:pt>
    <dgm:pt modelId="{470594E6-B730-4158-8298-1D06D2B50B47}" type="pres">
      <dgm:prSet presAssocID="{8921F9FD-6A2D-449A-A1C8-14109849C18F}" presName="linear" presStyleCnt="0">
        <dgm:presLayoutVars>
          <dgm:animLvl val="lvl"/>
          <dgm:resizeHandles val="exact"/>
        </dgm:presLayoutVars>
      </dgm:prSet>
      <dgm:spPr/>
    </dgm:pt>
    <dgm:pt modelId="{62576FCA-5EC9-434E-B8B7-3C99A548C76E}" type="pres">
      <dgm:prSet presAssocID="{4452681B-A5B8-41F7-B4EE-AD22B474903B}" presName="parentText" presStyleLbl="node1" presStyleIdx="0" presStyleCnt="1">
        <dgm:presLayoutVars>
          <dgm:chMax val="0"/>
          <dgm:bulletEnabled val="1"/>
        </dgm:presLayoutVars>
      </dgm:prSet>
      <dgm:spPr/>
    </dgm:pt>
    <dgm:pt modelId="{8086693F-D522-4DA3-94AA-762FBBA758C6}" type="pres">
      <dgm:prSet presAssocID="{4452681B-A5B8-41F7-B4EE-AD22B474903B}" presName="childText" presStyleLbl="revTx" presStyleIdx="0" presStyleCnt="1">
        <dgm:presLayoutVars>
          <dgm:bulletEnabled val="1"/>
        </dgm:presLayoutVars>
      </dgm:prSet>
      <dgm:spPr/>
    </dgm:pt>
  </dgm:ptLst>
  <dgm:cxnLst>
    <dgm:cxn modelId="{2AD84C19-048C-4493-8268-74DD98DCEBB4}" type="presOf" srcId="{8921F9FD-6A2D-449A-A1C8-14109849C18F}" destId="{470594E6-B730-4158-8298-1D06D2B50B47}" srcOrd="0" destOrd="0" presId="urn:microsoft.com/office/officeart/2005/8/layout/vList2"/>
    <dgm:cxn modelId="{51765F5A-D35E-414C-85A4-8C590B056216}" srcId="{8921F9FD-6A2D-449A-A1C8-14109849C18F}" destId="{4452681B-A5B8-41F7-B4EE-AD22B474903B}" srcOrd="0" destOrd="0" parTransId="{76A1772D-61E0-45E7-9766-BD8AAF3798EE}" sibTransId="{1409C753-4F79-44D8-A923-CF2DEEDE49CB}"/>
    <dgm:cxn modelId="{AD405081-382C-4D39-BEB0-4F892DE375A0}" type="presOf" srcId="{4452681B-A5B8-41F7-B4EE-AD22B474903B}" destId="{62576FCA-5EC9-434E-B8B7-3C99A548C76E}" srcOrd="0" destOrd="0" presId="urn:microsoft.com/office/officeart/2005/8/layout/vList2"/>
    <dgm:cxn modelId="{A1CC9C82-0BDA-4533-9610-64954191B599}" type="presOf" srcId="{4DBDC3E5-15DF-40A9-AD1B-C2148CC36F11}" destId="{8086693F-D522-4DA3-94AA-762FBBA758C6}" srcOrd="0" destOrd="0" presId="urn:microsoft.com/office/officeart/2005/8/layout/vList2"/>
    <dgm:cxn modelId="{2B7AEFC0-5FF0-4E9B-A400-EE4730522A3A}" srcId="{4452681B-A5B8-41F7-B4EE-AD22B474903B}" destId="{4DBDC3E5-15DF-40A9-AD1B-C2148CC36F11}" srcOrd="0" destOrd="0" parTransId="{B3F6D0F6-8B43-412D-A8A8-8D94CCB91485}" sibTransId="{D8A2B412-2E6B-4C10-9479-0F92B05F6C36}"/>
    <dgm:cxn modelId="{192A0B8C-D911-4E5E-8D64-9215F24579E0}" type="presParOf" srcId="{470594E6-B730-4158-8298-1D06D2B50B47}" destId="{62576FCA-5EC9-434E-B8B7-3C99A548C76E}" srcOrd="0" destOrd="0" presId="urn:microsoft.com/office/officeart/2005/8/layout/vList2"/>
    <dgm:cxn modelId="{5B96244C-3EC2-4FCF-87DE-7EEB670E1104}" type="presParOf" srcId="{470594E6-B730-4158-8298-1D06D2B50B47}" destId="{8086693F-D522-4DA3-94AA-762FBBA758C6}" srcOrd="1"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87F3884-7C7A-4554-934A-50BCA5B6A89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pt-BR"/>
        </a:p>
      </dgm:t>
    </dgm:pt>
    <dgm:pt modelId="{199A0FEE-B36F-4926-89DD-8CD16A875121}">
      <dgm:prSet/>
      <dgm:spPr/>
      <dgm:t>
        <a:bodyPr/>
        <a:lstStyle/>
        <a:p>
          <a:r>
            <a:rPr lang="pt-BR" dirty="0"/>
            <a:t>Os </a:t>
          </a:r>
          <a:r>
            <a:rPr lang="pt-BR" b="0" dirty="0">
              <a:solidFill>
                <a:schemeClr val="bg1"/>
              </a:solidFill>
            </a:rPr>
            <a:t>objetos em proposições são representados por termos simples, que podem ser constantes ou variáveis</a:t>
          </a:r>
          <a:r>
            <a:rPr lang="pt-BR" dirty="0"/>
            <a:t>.</a:t>
          </a:r>
        </a:p>
      </dgm:t>
    </dgm:pt>
    <dgm:pt modelId="{1A0CD73C-5E77-48E6-B0A3-2F722105721C}" type="parTrans" cxnId="{DAFF8D45-420E-46BA-88FF-6E7B99DD492E}">
      <dgm:prSet/>
      <dgm:spPr/>
      <dgm:t>
        <a:bodyPr/>
        <a:lstStyle/>
        <a:p>
          <a:endParaRPr lang="pt-BR"/>
        </a:p>
      </dgm:t>
    </dgm:pt>
    <dgm:pt modelId="{7E040863-7D03-484F-B4FF-5A733D6174C3}" type="sibTrans" cxnId="{DAFF8D45-420E-46BA-88FF-6E7B99DD492E}">
      <dgm:prSet/>
      <dgm:spPr/>
      <dgm:t>
        <a:bodyPr/>
        <a:lstStyle/>
        <a:p>
          <a:endParaRPr lang="pt-BR"/>
        </a:p>
      </dgm:t>
    </dgm:pt>
    <dgm:pt modelId="{BE5C6504-E76C-4D99-9527-CC03F8901098}">
      <dgm:prSet/>
      <dgm:spPr/>
      <dgm:t>
        <a:bodyPr/>
        <a:lstStyle/>
        <a:p>
          <a:r>
            <a:rPr lang="pt-BR" b="1" dirty="0">
              <a:solidFill>
                <a:srgbClr val="FF0000"/>
              </a:solidFill>
            </a:rPr>
            <a:t>Variável</a:t>
          </a:r>
          <a:r>
            <a:rPr lang="pt-BR" dirty="0"/>
            <a:t> é um símbolo que pode representar </a:t>
          </a:r>
          <a:r>
            <a:rPr lang="pt-BR" b="1" dirty="0">
              <a:solidFill>
                <a:schemeClr val="tx1"/>
              </a:solidFill>
            </a:rPr>
            <a:t>objetos diferentes em momentos</a:t>
          </a:r>
          <a:r>
            <a:rPr lang="pt-BR" b="1" dirty="0"/>
            <a:t> </a:t>
          </a:r>
          <a:r>
            <a:rPr lang="pt-BR" b="1" dirty="0">
              <a:solidFill>
                <a:schemeClr val="tx1"/>
              </a:solidFill>
            </a:rPr>
            <a:t>diferentes</a:t>
          </a:r>
          <a:r>
            <a:rPr lang="pt-BR" dirty="0"/>
            <a:t>, dependendo do contexto ou da instância considerada.</a:t>
          </a:r>
        </a:p>
      </dgm:t>
    </dgm:pt>
    <dgm:pt modelId="{098AE80C-451D-4B6D-B834-4FC2CD21DFEE}" type="parTrans" cxnId="{0DFE69DC-2C9F-4A04-A2D6-7E638886956B}">
      <dgm:prSet/>
      <dgm:spPr/>
      <dgm:t>
        <a:bodyPr/>
        <a:lstStyle/>
        <a:p>
          <a:endParaRPr lang="pt-BR"/>
        </a:p>
      </dgm:t>
    </dgm:pt>
    <dgm:pt modelId="{BB6EFBC7-EB2A-4993-9B0B-35A862C3123C}" type="sibTrans" cxnId="{0DFE69DC-2C9F-4A04-A2D6-7E638886956B}">
      <dgm:prSet/>
      <dgm:spPr/>
      <dgm:t>
        <a:bodyPr/>
        <a:lstStyle/>
        <a:p>
          <a:endParaRPr lang="pt-BR"/>
        </a:p>
      </dgm:t>
    </dgm:pt>
    <dgm:pt modelId="{CACB7279-4B00-491A-B113-3CFBD0A06972}">
      <dgm:prSet/>
      <dgm:spPr/>
      <dgm:t>
        <a:bodyPr/>
        <a:lstStyle/>
        <a:p>
          <a:r>
            <a:rPr lang="pt-BR" b="1" dirty="0">
              <a:solidFill>
                <a:srgbClr val="FF0000"/>
              </a:solidFill>
            </a:rPr>
            <a:t>Constante</a:t>
          </a:r>
          <a:r>
            <a:rPr lang="pt-BR" dirty="0"/>
            <a:t> é um símbolo que representa um </a:t>
          </a:r>
          <a:r>
            <a:rPr lang="pt-BR" b="1" dirty="0">
              <a:solidFill>
                <a:schemeClr val="tx1"/>
              </a:solidFill>
            </a:rPr>
            <a:t>objeto específico</a:t>
          </a:r>
          <a:r>
            <a:rPr lang="pt-BR" dirty="0"/>
            <a:t>. </a:t>
          </a:r>
        </a:p>
      </dgm:t>
    </dgm:pt>
    <dgm:pt modelId="{B76FA515-6C91-4E06-9325-91F591DA7571}" type="parTrans" cxnId="{CBD571B4-8537-4B59-96E5-ECC80F779769}">
      <dgm:prSet/>
      <dgm:spPr/>
      <dgm:t>
        <a:bodyPr/>
        <a:lstStyle/>
        <a:p>
          <a:endParaRPr lang="pt-BR"/>
        </a:p>
      </dgm:t>
    </dgm:pt>
    <dgm:pt modelId="{E7710E97-B48F-4535-99C0-A0F1B137119C}" type="sibTrans" cxnId="{CBD571B4-8537-4B59-96E5-ECC80F779769}">
      <dgm:prSet/>
      <dgm:spPr/>
      <dgm:t>
        <a:bodyPr/>
        <a:lstStyle/>
        <a:p>
          <a:endParaRPr lang="pt-BR"/>
        </a:p>
      </dgm:t>
    </dgm:pt>
    <dgm:pt modelId="{FD95FB2A-7457-4F39-9E27-B4E9DA5C3CCF}">
      <dgm:prSet/>
      <dgm:spPr/>
      <dgm:t>
        <a:bodyPr/>
        <a:lstStyle/>
        <a:p>
          <a:pPr>
            <a:buFont typeface="Arial" panose="020B0604020202020204" pitchFamily="34" charset="0"/>
            <a:buChar char="•"/>
          </a:pPr>
          <a:r>
            <a:rPr lang="pt-BR" b="1" dirty="0"/>
            <a:t>Minúscula → constante</a:t>
          </a:r>
          <a:endParaRPr lang="pt-BR" dirty="0"/>
        </a:p>
      </dgm:t>
    </dgm:pt>
    <dgm:pt modelId="{8DBF4615-C51B-4826-9072-51D34F678B08}" type="parTrans" cxnId="{B64DA01B-4AF2-46D0-91BB-D009C4AB16B4}">
      <dgm:prSet/>
      <dgm:spPr/>
      <dgm:t>
        <a:bodyPr/>
        <a:lstStyle/>
        <a:p>
          <a:endParaRPr lang="pt-BR"/>
        </a:p>
      </dgm:t>
    </dgm:pt>
    <dgm:pt modelId="{15089540-8562-4E57-BBA5-9171BAA56FB2}" type="sibTrans" cxnId="{B64DA01B-4AF2-46D0-91BB-D009C4AB16B4}">
      <dgm:prSet/>
      <dgm:spPr/>
      <dgm:t>
        <a:bodyPr/>
        <a:lstStyle/>
        <a:p>
          <a:endParaRPr lang="pt-BR"/>
        </a:p>
      </dgm:t>
    </dgm:pt>
    <dgm:pt modelId="{41F4A023-4549-441D-95D8-5A666C7EF8FB}">
      <dgm:prSet/>
      <dgm:spPr/>
      <dgm:t>
        <a:bodyPr/>
        <a:lstStyle/>
        <a:p>
          <a:pPr>
            <a:buFont typeface="Arial" panose="020B0604020202020204" pitchFamily="34" charset="0"/>
            <a:buChar char="•"/>
          </a:pPr>
          <a:r>
            <a:rPr lang="pt-BR" b="1" dirty="0"/>
            <a:t>Maiúscula → variável</a:t>
          </a:r>
          <a:endParaRPr lang="pt-BR" dirty="0"/>
        </a:p>
      </dgm:t>
    </dgm:pt>
    <dgm:pt modelId="{D37BE0BB-541D-4F62-AA95-C0494C80A233}" type="parTrans" cxnId="{554E9F49-7A39-42B1-A3CE-1FA57DB213BF}">
      <dgm:prSet/>
      <dgm:spPr/>
      <dgm:t>
        <a:bodyPr/>
        <a:lstStyle/>
        <a:p>
          <a:endParaRPr lang="pt-BR"/>
        </a:p>
      </dgm:t>
    </dgm:pt>
    <dgm:pt modelId="{F99D9FC7-8799-4B51-A1F1-9A33E58EA8C4}" type="sibTrans" cxnId="{554E9F49-7A39-42B1-A3CE-1FA57DB213BF}">
      <dgm:prSet/>
      <dgm:spPr/>
      <dgm:t>
        <a:bodyPr/>
        <a:lstStyle/>
        <a:p>
          <a:endParaRPr lang="pt-BR"/>
        </a:p>
      </dgm:t>
    </dgm:pt>
    <dgm:pt modelId="{64A5032B-6B14-483E-98D4-5831CC12D3D3}" type="pres">
      <dgm:prSet presAssocID="{887F3884-7C7A-4554-934A-50BCA5B6A891}" presName="linear" presStyleCnt="0">
        <dgm:presLayoutVars>
          <dgm:animLvl val="lvl"/>
          <dgm:resizeHandles val="exact"/>
        </dgm:presLayoutVars>
      </dgm:prSet>
      <dgm:spPr/>
    </dgm:pt>
    <dgm:pt modelId="{5F67989F-E002-4E5A-8BDA-40C6F18A10AC}" type="pres">
      <dgm:prSet presAssocID="{199A0FEE-B36F-4926-89DD-8CD16A875121}" presName="parentText" presStyleLbl="node1" presStyleIdx="0" presStyleCnt="1">
        <dgm:presLayoutVars>
          <dgm:chMax val="0"/>
          <dgm:bulletEnabled val="1"/>
        </dgm:presLayoutVars>
      </dgm:prSet>
      <dgm:spPr/>
    </dgm:pt>
    <dgm:pt modelId="{3ECC75FE-B582-4914-BB6F-8A615589EFC2}" type="pres">
      <dgm:prSet presAssocID="{199A0FEE-B36F-4926-89DD-8CD16A875121}" presName="childText" presStyleLbl="revTx" presStyleIdx="0" presStyleCnt="1">
        <dgm:presLayoutVars>
          <dgm:bulletEnabled val="1"/>
        </dgm:presLayoutVars>
      </dgm:prSet>
      <dgm:spPr/>
    </dgm:pt>
  </dgm:ptLst>
  <dgm:cxnLst>
    <dgm:cxn modelId="{BF276F14-5B05-4FFA-B265-85B2D332FCB7}" type="presOf" srcId="{FD95FB2A-7457-4F39-9E27-B4E9DA5C3CCF}" destId="{3ECC75FE-B582-4914-BB6F-8A615589EFC2}" srcOrd="0" destOrd="1" presId="urn:microsoft.com/office/officeart/2005/8/layout/vList2"/>
    <dgm:cxn modelId="{B64DA01B-4AF2-46D0-91BB-D009C4AB16B4}" srcId="{CACB7279-4B00-491A-B113-3CFBD0A06972}" destId="{FD95FB2A-7457-4F39-9E27-B4E9DA5C3CCF}" srcOrd="0" destOrd="0" parTransId="{8DBF4615-C51B-4826-9072-51D34F678B08}" sibTransId="{15089540-8562-4E57-BBA5-9171BAA56FB2}"/>
    <dgm:cxn modelId="{C3698922-90B7-4F3D-8562-616469CA94D3}" type="presOf" srcId="{887F3884-7C7A-4554-934A-50BCA5B6A891}" destId="{64A5032B-6B14-483E-98D4-5831CC12D3D3}" srcOrd="0" destOrd="0" presId="urn:microsoft.com/office/officeart/2005/8/layout/vList2"/>
    <dgm:cxn modelId="{0ECA7839-97E5-4B36-9E65-1BBBE4E35AAF}" type="presOf" srcId="{BE5C6504-E76C-4D99-9527-CC03F8901098}" destId="{3ECC75FE-B582-4914-BB6F-8A615589EFC2}" srcOrd="0" destOrd="2" presId="urn:microsoft.com/office/officeart/2005/8/layout/vList2"/>
    <dgm:cxn modelId="{DAFF8D45-420E-46BA-88FF-6E7B99DD492E}" srcId="{887F3884-7C7A-4554-934A-50BCA5B6A891}" destId="{199A0FEE-B36F-4926-89DD-8CD16A875121}" srcOrd="0" destOrd="0" parTransId="{1A0CD73C-5E77-48E6-B0A3-2F722105721C}" sibTransId="{7E040863-7D03-484F-B4FF-5A733D6174C3}"/>
    <dgm:cxn modelId="{554E9F49-7A39-42B1-A3CE-1FA57DB213BF}" srcId="{BE5C6504-E76C-4D99-9527-CC03F8901098}" destId="{41F4A023-4549-441D-95D8-5A666C7EF8FB}" srcOrd="0" destOrd="0" parTransId="{D37BE0BB-541D-4F62-AA95-C0494C80A233}" sibTransId="{F99D9FC7-8799-4B51-A1F1-9A33E58EA8C4}"/>
    <dgm:cxn modelId="{CBD571B4-8537-4B59-96E5-ECC80F779769}" srcId="{199A0FEE-B36F-4926-89DD-8CD16A875121}" destId="{CACB7279-4B00-491A-B113-3CFBD0A06972}" srcOrd="0" destOrd="0" parTransId="{B76FA515-6C91-4E06-9325-91F591DA7571}" sibTransId="{E7710E97-B48F-4535-99C0-A0F1B137119C}"/>
    <dgm:cxn modelId="{41282CBF-9167-4D2C-9930-14A2E89A4240}" type="presOf" srcId="{41F4A023-4549-441D-95D8-5A666C7EF8FB}" destId="{3ECC75FE-B582-4914-BB6F-8A615589EFC2}" srcOrd="0" destOrd="3" presId="urn:microsoft.com/office/officeart/2005/8/layout/vList2"/>
    <dgm:cxn modelId="{1FB960C8-BF32-40D0-AA11-9DE9BAFD2F47}" type="presOf" srcId="{199A0FEE-B36F-4926-89DD-8CD16A875121}" destId="{5F67989F-E002-4E5A-8BDA-40C6F18A10AC}" srcOrd="0" destOrd="0" presId="urn:microsoft.com/office/officeart/2005/8/layout/vList2"/>
    <dgm:cxn modelId="{0DFE69DC-2C9F-4A04-A2D6-7E638886956B}" srcId="{199A0FEE-B36F-4926-89DD-8CD16A875121}" destId="{BE5C6504-E76C-4D99-9527-CC03F8901098}" srcOrd="1" destOrd="0" parTransId="{098AE80C-451D-4B6D-B834-4FC2CD21DFEE}" sibTransId="{BB6EFBC7-EB2A-4993-9B0B-35A862C3123C}"/>
    <dgm:cxn modelId="{1930ABF9-DB4F-4038-A3DA-6540DB1720EB}" type="presOf" srcId="{CACB7279-4B00-491A-B113-3CFBD0A06972}" destId="{3ECC75FE-B582-4914-BB6F-8A615589EFC2}" srcOrd="0" destOrd="0" presId="urn:microsoft.com/office/officeart/2005/8/layout/vList2"/>
    <dgm:cxn modelId="{1626CE16-2D66-49F7-89E5-1BB35FF688BD}" type="presParOf" srcId="{64A5032B-6B14-483E-98D4-5831CC12D3D3}" destId="{5F67989F-E002-4E5A-8BDA-40C6F18A10AC}" srcOrd="0" destOrd="0" presId="urn:microsoft.com/office/officeart/2005/8/layout/vList2"/>
    <dgm:cxn modelId="{08161D75-7758-4DAD-AE71-45DD92E941CC}" type="presParOf" srcId="{64A5032B-6B14-483E-98D4-5831CC12D3D3}" destId="{3ECC75FE-B582-4914-BB6F-8A615589EFC2}"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9B032C-59C2-47E5-BFA0-DBCFDA1B90A3}">
      <dsp:nvSpPr>
        <dsp:cNvPr id="0" name=""/>
        <dsp:cNvSpPr/>
      </dsp:nvSpPr>
      <dsp:spPr>
        <a:xfrm>
          <a:off x="0" y="94779"/>
          <a:ext cx="10370389" cy="1484729"/>
        </a:xfrm>
        <a:prstGeom prst="roundRect">
          <a:avLst/>
        </a:prstGeom>
        <a:solidFill>
          <a:schemeClr val="accent1">
            <a:hueOff val="0"/>
            <a:satOff val="0"/>
            <a:lumOff val="0"/>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t-BR" sz="2400" b="1" kern="1200" dirty="0"/>
            <a:t>“linguagens simbólicas</a:t>
          </a:r>
          <a:r>
            <a:rPr lang="pt-BR" sz="2400" kern="1200" dirty="0"/>
            <a:t> são sistemas formais de representação do conhecimento que utilizam símbolos, regras e estruturas lógicas para modelar informações, processos e raciocínios.”</a:t>
          </a:r>
        </a:p>
      </dsp:txBody>
      <dsp:txXfrm>
        <a:off x="72478" y="167257"/>
        <a:ext cx="10225433" cy="1339773"/>
      </dsp:txXfrm>
    </dsp:sp>
    <dsp:sp modelId="{5DFBEA86-5E4B-4911-B120-1D11510CE132}">
      <dsp:nvSpPr>
        <dsp:cNvPr id="0" name=""/>
        <dsp:cNvSpPr/>
      </dsp:nvSpPr>
      <dsp:spPr>
        <a:xfrm>
          <a:off x="0" y="1579509"/>
          <a:ext cx="10370389"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9260" tIns="30480" rIns="170688" bIns="30480" numCol="1" spcCol="1270" anchor="t" anchorCtr="0">
          <a:noAutofit/>
        </a:bodyPr>
        <a:lstStyle/>
        <a:p>
          <a:pPr marL="171450" lvl="1" indent="-171450" algn="l" defTabSz="844550">
            <a:lnSpc>
              <a:spcPct val="90000"/>
            </a:lnSpc>
            <a:spcBef>
              <a:spcPct val="0"/>
            </a:spcBef>
            <a:spcAft>
              <a:spcPct val="20000"/>
            </a:spcAft>
            <a:buNone/>
          </a:pPr>
          <a:r>
            <a:rPr lang="en-US" sz="1900" kern="1200"/>
            <a:t>RUSSELL, Stuart; NORVIG, Peter. </a:t>
          </a:r>
          <a:r>
            <a:rPr lang="en-US" sz="1900" i="1" kern="1200"/>
            <a:t>Artificial Intelligence: A Modern Approach</a:t>
          </a:r>
          <a:r>
            <a:rPr lang="en-US" sz="1900" kern="1200"/>
            <a:t>.</a:t>
          </a:r>
          <a:br>
            <a:rPr lang="en-US" sz="1900" kern="1200"/>
          </a:br>
          <a:r>
            <a:rPr lang="en-US" sz="1900" kern="1200"/>
            <a:t>4. ed. Pearson, 2021.</a:t>
          </a:r>
          <a:endParaRPr lang="pt-BR" sz="1900" kern="1200" dirty="0"/>
        </a:p>
      </dsp:txBody>
      <dsp:txXfrm>
        <a:off x="0" y="1579509"/>
        <a:ext cx="10370389" cy="596160"/>
      </dsp:txXfrm>
    </dsp:sp>
    <dsp:sp modelId="{ACD81A8E-1B16-4405-AD5C-19E965909FF6}">
      <dsp:nvSpPr>
        <dsp:cNvPr id="0" name=""/>
        <dsp:cNvSpPr/>
      </dsp:nvSpPr>
      <dsp:spPr>
        <a:xfrm>
          <a:off x="0" y="2175669"/>
          <a:ext cx="10370389" cy="1484729"/>
        </a:xfrm>
        <a:prstGeom prst="roundRect">
          <a:avLst/>
        </a:prstGeom>
        <a:solidFill>
          <a:schemeClr val="accent1">
            <a:hueOff val="0"/>
            <a:satOff val="0"/>
            <a:lumOff val="0"/>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t-BR" sz="2400" kern="1200" dirty="0"/>
            <a:t>“A Inteligência Artificial clássica é baseada na ideia de que o pensamento é uma forma de manipulação simbólica.”</a:t>
          </a:r>
        </a:p>
        <a:p>
          <a:pPr marL="0" lvl="0" indent="0" algn="l" defTabSz="1066800">
            <a:lnSpc>
              <a:spcPct val="90000"/>
            </a:lnSpc>
            <a:spcBef>
              <a:spcPct val="0"/>
            </a:spcBef>
            <a:spcAft>
              <a:spcPct val="35000"/>
            </a:spcAft>
            <a:buNone/>
          </a:pPr>
          <a:r>
            <a:rPr lang="pt-BR" sz="2400" kern="1200" dirty="0"/>
            <a:t>“Pensar é computar símbolos de acordo com regras.”</a:t>
          </a:r>
        </a:p>
      </dsp:txBody>
      <dsp:txXfrm>
        <a:off x="72478" y="2248147"/>
        <a:ext cx="10225433" cy="1339773"/>
      </dsp:txXfrm>
    </dsp:sp>
    <dsp:sp modelId="{FA340278-0DC6-45D0-98BB-8F504A7066D1}">
      <dsp:nvSpPr>
        <dsp:cNvPr id="0" name=""/>
        <dsp:cNvSpPr/>
      </dsp:nvSpPr>
      <dsp:spPr>
        <a:xfrm>
          <a:off x="0" y="3660399"/>
          <a:ext cx="10370389"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926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HAUGELAND, John. </a:t>
          </a:r>
          <a:r>
            <a:rPr lang="en-US" sz="1900" i="1" kern="1200" dirty="0"/>
            <a:t>Artificial Intelligence: The Very Idea</a:t>
          </a:r>
          <a:r>
            <a:rPr lang="en-US" sz="1900" kern="1200" dirty="0"/>
            <a:t>.</a:t>
          </a:r>
          <a:br>
            <a:rPr lang="en-US" sz="1900" kern="1200" dirty="0"/>
          </a:br>
          <a:r>
            <a:rPr lang="en-US" sz="1900" kern="1200" dirty="0"/>
            <a:t>Cambridge, MA: MIT Press, 1985.	</a:t>
          </a:r>
          <a:endParaRPr lang="pt-BR" sz="1900" kern="1200" dirty="0"/>
        </a:p>
      </dsp:txBody>
      <dsp:txXfrm>
        <a:off x="0" y="3660399"/>
        <a:ext cx="10370389" cy="5961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576FCA-5EC9-434E-B8B7-3C99A548C76E}">
      <dsp:nvSpPr>
        <dsp:cNvPr id="0" name=""/>
        <dsp:cNvSpPr/>
      </dsp:nvSpPr>
      <dsp:spPr>
        <a:xfrm>
          <a:off x="0" y="781905"/>
          <a:ext cx="5219700" cy="1711125"/>
        </a:xfrm>
        <a:prstGeom prst="roundRect">
          <a:avLst/>
        </a:prstGeom>
        <a:solidFill>
          <a:schemeClr val="accent1">
            <a:hueOff val="0"/>
            <a:satOff val="0"/>
            <a:lumOff val="0"/>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t-BR" sz="2400" kern="1200" dirty="0"/>
            <a:t>“Programas são construídos a partir de algoritmos e estruturas de dados, que exigem um pensamento lógico rigoroso.”</a:t>
          </a:r>
        </a:p>
      </dsp:txBody>
      <dsp:txXfrm>
        <a:off x="83530" y="865435"/>
        <a:ext cx="5052640" cy="1544065"/>
      </dsp:txXfrm>
    </dsp:sp>
    <dsp:sp modelId="{EC1F9346-2966-4D82-ACCC-2B939793A9A7}">
      <dsp:nvSpPr>
        <dsp:cNvPr id="0" name=""/>
        <dsp:cNvSpPr/>
      </dsp:nvSpPr>
      <dsp:spPr>
        <a:xfrm>
          <a:off x="0" y="2493031"/>
          <a:ext cx="521970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725"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pt-BR" sz="1800" kern="1200" dirty="0"/>
            <a:t>WIRTH, </a:t>
          </a:r>
          <a:r>
            <a:rPr lang="pt-BR" sz="1800" kern="1200" dirty="0" err="1"/>
            <a:t>Niklaus</a:t>
          </a:r>
          <a:r>
            <a:rPr lang="pt-BR" sz="1800" kern="1200" dirty="0"/>
            <a:t>. </a:t>
          </a:r>
          <a:r>
            <a:rPr lang="pt-BR" sz="1800" i="1" kern="1200" dirty="0" err="1"/>
            <a:t>Algorithms</a:t>
          </a:r>
          <a:r>
            <a:rPr lang="pt-BR" sz="1800" i="1" kern="1200" dirty="0"/>
            <a:t> + Data </a:t>
          </a:r>
          <a:r>
            <a:rPr lang="pt-BR" sz="1800" i="1" kern="1200" dirty="0" err="1"/>
            <a:t>Structures</a:t>
          </a:r>
          <a:r>
            <a:rPr lang="pt-BR" sz="1800" i="1" kern="1200" dirty="0"/>
            <a:t> = </a:t>
          </a:r>
          <a:r>
            <a:rPr lang="pt-BR" sz="1800" i="1" kern="1200" dirty="0" err="1"/>
            <a:t>Programs</a:t>
          </a:r>
          <a:r>
            <a:rPr lang="pt-BR" sz="1800" kern="1200" dirty="0"/>
            <a:t>.</a:t>
          </a:r>
          <a:br>
            <a:rPr lang="pt-BR" sz="1800" kern="1200" dirty="0"/>
          </a:br>
          <a:r>
            <a:rPr lang="pt-BR" sz="1800" kern="1200" dirty="0" err="1"/>
            <a:t>Englewood</a:t>
          </a:r>
          <a:r>
            <a:rPr lang="pt-BR" sz="1800" kern="1200" dirty="0"/>
            <a:t> </a:t>
          </a:r>
          <a:r>
            <a:rPr lang="pt-BR" sz="1800" kern="1200" dirty="0" err="1"/>
            <a:t>Cliffs</a:t>
          </a:r>
          <a:r>
            <a:rPr lang="pt-BR" sz="1800" kern="1200" dirty="0"/>
            <a:t>: Prentice-Hall, 1976.</a:t>
          </a:r>
        </a:p>
      </dsp:txBody>
      <dsp:txXfrm>
        <a:off x="0" y="2493031"/>
        <a:ext cx="5219700" cy="1076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576FCA-5EC9-434E-B8B7-3C99A548C76E}">
      <dsp:nvSpPr>
        <dsp:cNvPr id="0" name=""/>
        <dsp:cNvSpPr/>
      </dsp:nvSpPr>
      <dsp:spPr>
        <a:xfrm>
          <a:off x="0" y="781905"/>
          <a:ext cx="5286375" cy="1711125"/>
        </a:xfrm>
        <a:prstGeom prst="roundRect">
          <a:avLst/>
        </a:prstGeom>
        <a:solidFill>
          <a:schemeClr val="accent1">
            <a:hueOff val="0"/>
            <a:satOff val="0"/>
            <a:lumOff val="0"/>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t-BR" sz="2400" kern="1200" dirty="0"/>
            <a:t>“A Programação Lógica é a ideia de que algoritmos podem ser expressos como lógica, e a computação pode ser realizada como inferência.”</a:t>
          </a:r>
        </a:p>
      </dsp:txBody>
      <dsp:txXfrm>
        <a:off x="83530" y="865435"/>
        <a:ext cx="5119315" cy="1544065"/>
      </dsp:txXfrm>
    </dsp:sp>
    <dsp:sp modelId="{8086693F-D522-4DA3-94AA-762FBBA758C6}">
      <dsp:nvSpPr>
        <dsp:cNvPr id="0" name=""/>
        <dsp:cNvSpPr/>
      </dsp:nvSpPr>
      <dsp:spPr>
        <a:xfrm>
          <a:off x="0" y="2493031"/>
          <a:ext cx="528637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842"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pt-BR" sz="1800" kern="1200" dirty="0"/>
            <a:t>KOWALSKI, Robert. </a:t>
          </a:r>
          <a:r>
            <a:rPr lang="pt-BR" sz="1800" i="1" kern="1200" dirty="0" err="1"/>
            <a:t>Logic</a:t>
          </a:r>
          <a:r>
            <a:rPr lang="pt-BR" sz="1800" i="1" kern="1200" dirty="0"/>
            <a:t> for </a:t>
          </a:r>
          <a:r>
            <a:rPr lang="pt-BR" sz="1800" i="1" kern="1200" dirty="0" err="1"/>
            <a:t>Problem</a:t>
          </a:r>
          <a:r>
            <a:rPr lang="pt-BR" sz="1800" i="1" kern="1200" dirty="0"/>
            <a:t> </a:t>
          </a:r>
          <a:r>
            <a:rPr lang="pt-BR" sz="1800" i="1" kern="1200" dirty="0" err="1"/>
            <a:t>Solving</a:t>
          </a:r>
          <a:r>
            <a:rPr lang="pt-BR" sz="1800" kern="1200" dirty="0"/>
            <a:t>.</a:t>
          </a:r>
          <a:br>
            <a:rPr lang="pt-BR" sz="1800" kern="1200" dirty="0"/>
          </a:br>
          <a:r>
            <a:rPr lang="pt-BR" sz="1800" kern="1200" dirty="0"/>
            <a:t>New York: North-</a:t>
          </a:r>
          <a:r>
            <a:rPr lang="pt-BR" sz="1800" kern="1200" dirty="0" err="1"/>
            <a:t>Holland</a:t>
          </a:r>
          <a:r>
            <a:rPr lang="pt-BR" sz="1800" kern="1200" dirty="0"/>
            <a:t>, 1979.</a:t>
          </a:r>
        </a:p>
      </dsp:txBody>
      <dsp:txXfrm>
        <a:off x="0" y="2493031"/>
        <a:ext cx="5286375" cy="1076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7989F-E002-4E5A-8BDA-40C6F18A10AC}">
      <dsp:nvSpPr>
        <dsp:cNvPr id="0" name=""/>
        <dsp:cNvSpPr/>
      </dsp:nvSpPr>
      <dsp:spPr>
        <a:xfrm>
          <a:off x="0" y="4598"/>
          <a:ext cx="10370389" cy="1814670"/>
        </a:xfrm>
        <a:prstGeom prst="roundRect">
          <a:avLst/>
        </a:prstGeom>
        <a:solidFill>
          <a:schemeClr val="accent1">
            <a:hueOff val="0"/>
            <a:satOff val="0"/>
            <a:lumOff val="0"/>
            <a:alphaOff val="0"/>
          </a:schemeClr>
        </a:solidFill>
        <a:ln w="1905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pt-BR" sz="3300" kern="1200" dirty="0"/>
            <a:t>Os </a:t>
          </a:r>
          <a:r>
            <a:rPr lang="pt-BR" sz="3300" b="0" kern="1200" dirty="0">
              <a:solidFill>
                <a:schemeClr val="bg1"/>
              </a:solidFill>
            </a:rPr>
            <a:t>objetos em proposições são representados por termos simples, que podem ser constantes ou variáveis</a:t>
          </a:r>
          <a:r>
            <a:rPr lang="pt-BR" sz="3300" kern="1200" dirty="0"/>
            <a:t>.</a:t>
          </a:r>
        </a:p>
      </dsp:txBody>
      <dsp:txXfrm>
        <a:off x="88585" y="93183"/>
        <a:ext cx="10193219" cy="1637500"/>
      </dsp:txXfrm>
    </dsp:sp>
    <dsp:sp modelId="{3ECC75FE-B582-4914-BB6F-8A615589EFC2}">
      <dsp:nvSpPr>
        <dsp:cNvPr id="0" name=""/>
        <dsp:cNvSpPr/>
      </dsp:nvSpPr>
      <dsp:spPr>
        <a:xfrm>
          <a:off x="0" y="1819269"/>
          <a:ext cx="10370389" cy="25274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9260"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pt-BR" sz="2600" b="1" kern="1200" dirty="0">
              <a:solidFill>
                <a:srgbClr val="FF0000"/>
              </a:solidFill>
            </a:rPr>
            <a:t>Constante</a:t>
          </a:r>
          <a:r>
            <a:rPr lang="pt-BR" sz="2600" kern="1200" dirty="0"/>
            <a:t> é um símbolo que representa um </a:t>
          </a:r>
          <a:r>
            <a:rPr lang="pt-BR" sz="2600" b="1" kern="1200" dirty="0">
              <a:solidFill>
                <a:schemeClr val="tx1"/>
              </a:solidFill>
            </a:rPr>
            <a:t>objeto específico</a:t>
          </a:r>
          <a:r>
            <a:rPr lang="pt-BR" sz="2600" kern="1200" dirty="0"/>
            <a:t>. </a:t>
          </a:r>
        </a:p>
        <a:p>
          <a:pPr marL="457200" lvl="2" indent="-228600" algn="l" defTabSz="1155700">
            <a:lnSpc>
              <a:spcPct val="90000"/>
            </a:lnSpc>
            <a:spcBef>
              <a:spcPct val="0"/>
            </a:spcBef>
            <a:spcAft>
              <a:spcPct val="20000"/>
            </a:spcAft>
            <a:buFont typeface="Arial" panose="020B0604020202020204" pitchFamily="34" charset="0"/>
            <a:buChar char="•"/>
          </a:pPr>
          <a:r>
            <a:rPr lang="pt-BR" sz="2600" b="1" kern="1200" dirty="0"/>
            <a:t>Minúscula → constante</a:t>
          </a:r>
          <a:endParaRPr lang="pt-BR" sz="2600" kern="1200" dirty="0"/>
        </a:p>
        <a:p>
          <a:pPr marL="228600" lvl="1" indent="-228600" algn="l" defTabSz="1155700">
            <a:lnSpc>
              <a:spcPct val="90000"/>
            </a:lnSpc>
            <a:spcBef>
              <a:spcPct val="0"/>
            </a:spcBef>
            <a:spcAft>
              <a:spcPct val="20000"/>
            </a:spcAft>
            <a:buChar char="•"/>
          </a:pPr>
          <a:r>
            <a:rPr lang="pt-BR" sz="2600" b="1" kern="1200" dirty="0">
              <a:solidFill>
                <a:srgbClr val="FF0000"/>
              </a:solidFill>
            </a:rPr>
            <a:t>Variável</a:t>
          </a:r>
          <a:r>
            <a:rPr lang="pt-BR" sz="2600" kern="1200" dirty="0"/>
            <a:t> é um símbolo que pode representar </a:t>
          </a:r>
          <a:r>
            <a:rPr lang="pt-BR" sz="2600" b="1" kern="1200" dirty="0">
              <a:solidFill>
                <a:schemeClr val="tx1"/>
              </a:solidFill>
            </a:rPr>
            <a:t>objetos diferentes em momentos</a:t>
          </a:r>
          <a:r>
            <a:rPr lang="pt-BR" sz="2600" b="1" kern="1200" dirty="0"/>
            <a:t> </a:t>
          </a:r>
          <a:r>
            <a:rPr lang="pt-BR" sz="2600" b="1" kern="1200" dirty="0">
              <a:solidFill>
                <a:schemeClr val="tx1"/>
              </a:solidFill>
            </a:rPr>
            <a:t>diferentes</a:t>
          </a:r>
          <a:r>
            <a:rPr lang="pt-BR" sz="2600" kern="1200" dirty="0"/>
            <a:t>, dependendo do contexto ou da instância considerada.</a:t>
          </a:r>
        </a:p>
        <a:p>
          <a:pPr marL="457200" lvl="2" indent="-228600" algn="l" defTabSz="1155700">
            <a:lnSpc>
              <a:spcPct val="90000"/>
            </a:lnSpc>
            <a:spcBef>
              <a:spcPct val="0"/>
            </a:spcBef>
            <a:spcAft>
              <a:spcPct val="20000"/>
            </a:spcAft>
            <a:buFont typeface="Arial" panose="020B0604020202020204" pitchFamily="34" charset="0"/>
            <a:buChar char="•"/>
          </a:pPr>
          <a:r>
            <a:rPr lang="pt-BR" sz="2600" b="1" kern="1200" dirty="0"/>
            <a:t>Maiúscula → variável</a:t>
          </a:r>
          <a:endParaRPr lang="pt-BR" sz="2600" kern="1200" dirty="0"/>
        </a:p>
      </dsp:txBody>
      <dsp:txXfrm>
        <a:off x="0" y="1819269"/>
        <a:ext cx="10370389" cy="25274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3"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pt-BR" sz="1800" b="0" u="none" strike="noStrike">
                <a:solidFill>
                  <a:schemeClr val="dk1"/>
                </a:solidFill>
                <a:effectLst/>
                <a:uFillTx/>
                <a:latin typeface="Aptos"/>
              </a:rPr>
              <a:t>Clique para mover o slide</a:t>
            </a:r>
          </a:p>
        </p:txBody>
      </p:sp>
      <p:sp>
        <p:nvSpPr>
          <p:cNvPr id="19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pt-BR" sz="2000" b="0" u="none" strike="noStrike">
                <a:solidFill>
                  <a:srgbClr val="000000"/>
                </a:solidFill>
                <a:effectLst/>
                <a:uFillTx/>
                <a:latin typeface="Arial"/>
              </a:rPr>
              <a:t>Clique para editar o formato de notas</a:t>
            </a:r>
          </a:p>
        </p:txBody>
      </p:sp>
      <p:sp>
        <p:nvSpPr>
          <p:cNvPr id="195"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pt-BR" sz="1400" b="0" u="none" strike="noStrike">
                <a:solidFill>
                  <a:srgbClr val="000000"/>
                </a:solidFill>
                <a:effectLst/>
                <a:uFillTx/>
                <a:latin typeface="Times New Roman"/>
              </a:rPr>
              <a:t>&lt;cabeçalho&gt;</a:t>
            </a:r>
          </a:p>
        </p:txBody>
      </p:sp>
      <p:sp>
        <p:nvSpPr>
          <p:cNvPr id="196"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pt-BR" sz="1400" b="0" u="none" strike="noStrike">
                <a:solidFill>
                  <a:srgbClr val="000000"/>
                </a:solidFill>
                <a:effectLst/>
                <a:uFillTx/>
                <a:latin typeface="Times New Roman"/>
              </a:defRPr>
            </a:lvl1pPr>
          </a:lstStyle>
          <a:p>
            <a:pPr indent="0" algn="r">
              <a:buNone/>
            </a:pPr>
            <a:r>
              <a:rPr lang="pt-BR" sz="1400" b="0" u="none" strike="noStrike">
                <a:solidFill>
                  <a:srgbClr val="000000"/>
                </a:solidFill>
                <a:effectLst/>
                <a:uFillTx/>
                <a:latin typeface="Times New Roman"/>
              </a:rPr>
              <a:t>&lt;data/hora&gt;</a:t>
            </a:r>
          </a:p>
        </p:txBody>
      </p:sp>
      <p:sp>
        <p:nvSpPr>
          <p:cNvPr id="197"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buNone/>
              <a:defRPr lang="pt-BR" sz="1400" b="0" u="none" strike="noStrike">
                <a:solidFill>
                  <a:srgbClr val="000000"/>
                </a:solidFill>
                <a:effectLst/>
                <a:uFillTx/>
                <a:latin typeface="Times New Roman"/>
              </a:defRPr>
            </a:lvl1pPr>
          </a:lstStyle>
          <a:p>
            <a:pPr indent="0">
              <a:buNone/>
            </a:pPr>
            <a:r>
              <a:rPr lang="pt-BR" sz="1400" b="0" u="none" strike="noStrike">
                <a:solidFill>
                  <a:srgbClr val="000000"/>
                </a:solidFill>
                <a:effectLst/>
                <a:uFillTx/>
                <a:latin typeface="Times New Roman"/>
              </a:rPr>
              <a:t>&lt;rodapé&gt;</a:t>
            </a:r>
          </a:p>
        </p:txBody>
      </p:sp>
      <p:sp>
        <p:nvSpPr>
          <p:cNvPr id="198"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pt-BR" sz="1400" b="0" u="none" strike="noStrike">
                <a:solidFill>
                  <a:srgbClr val="000000"/>
                </a:solidFill>
                <a:effectLst/>
                <a:uFillTx/>
                <a:latin typeface="Times New Roman"/>
              </a:defRPr>
            </a:lvl1pPr>
          </a:lstStyle>
          <a:p>
            <a:pPr indent="0" algn="r">
              <a:buNone/>
            </a:pPr>
            <a:fld id="{5ABA396D-4863-4704-AB58-26FDCC0C8CC5}" type="slidenum">
              <a:rPr lang="pt-BR" sz="1400" b="0" u="none" strike="noStrike">
                <a:solidFill>
                  <a:srgbClr val="000000"/>
                </a:solidFill>
                <a:effectLst/>
                <a:uFillTx/>
                <a:latin typeface="Times New Roman"/>
              </a:rPr>
              <a:t>‹nº›</a:t>
            </a:fld>
            <a:endParaRPr lang="pt-B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noRot="1" noChangeAspect="1"/>
          </p:cNvSpPr>
          <p:nvPr>
            <p:ph type="sldImg"/>
          </p:nvPr>
        </p:nvSpPr>
        <p:spPr>
          <a:xfrm>
            <a:off x="685800" y="1143000"/>
            <a:ext cx="5486040" cy="3085920"/>
          </a:xfrm>
          <a:prstGeom prst="rect">
            <a:avLst/>
          </a:prstGeom>
          <a:ln w="0">
            <a:noFill/>
          </a:ln>
        </p:spPr>
      </p:sp>
      <p:sp>
        <p:nvSpPr>
          <p:cNvPr id="2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defTabSz="914400">
              <a:lnSpc>
                <a:spcPct val="100000"/>
              </a:lnSpc>
              <a:buNone/>
              <a:tabLst>
                <a:tab pos="0" algn="l"/>
              </a:tabLst>
            </a:pPr>
            <a:r>
              <a:rPr lang="pt-BR" sz="2000" b="0" u="none" strike="noStrike">
                <a:solidFill>
                  <a:srgbClr val="000000"/>
                </a:solidFill>
                <a:effectLst/>
                <a:uFillTx/>
                <a:latin typeface="Arial"/>
              </a:rPr>
              <a:t>“A Cabeça é verdadeira SE o Corpo for verdadeiro.</a:t>
            </a:r>
          </a:p>
          <a:p>
            <a:pPr indent="0" defTabSz="914400">
              <a:lnSpc>
                <a:spcPct val="100000"/>
              </a:lnSpc>
              <a:buNone/>
              <a:tabLst>
                <a:tab pos="0" algn="l"/>
              </a:tabLst>
            </a:pPr>
            <a:r>
              <a:rPr lang="pt-BR" sz="2000" b="0" u="none" strike="noStrike">
                <a:solidFill>
                  <a:srgbClr val="000000"/>
                </a:solidFill>
                <a:effectLst/>
                <a:uFillTx/>
                <a:latin typeface="Arial"/>
              </a:rPr>
              <a:t>Uma pessoa gosta de uma banda </a:t>
            </a:r>
            <a:r>
              <a:rPr lang="pt-BR" sz="2000" b="1" u="none" strike="noStrike">
                <a:solidFill>
                  <a:srgbClr val="000000"/>
                </a:solidFill>
                <a:effectLst/>
                <a:uFillTx/>
                <a:latin typeface="Arial"/>
              </a:rPr>
              <a:t>se</a:t>
            </a:r>
            <a:r>
              <a:rPr lang="pt-BR" sz="2000" b="0" u="none" strike="noStrike">
                <a:solidFill>
                  <a:srgbClr val="000000"/>
                </a:solidFill>
                <a:effectLst/>
                <a:uFillTx/>
                <a:latin typeface="Arial"/>
              </a:rPr>
              <a:t> essa pessoa gosta de música </a:t>
            </a:r>
            <a:r>
              <a:rPr lang="pt-BR" sz="2000" b="1" u="none" strike="noStrike">
                <a:solidFill>
                  <a:srgbClr val="000000"/>
                </a:solidFill>
                <a:effectLst/>
                <a:uFillTx/>
                <a:latin typeface="Arial"/>
              </a:rPr>
              <a:t>e</a:t>
            </a:r>
            <a:r>
              <a:rPr lang="pt-BR" sz="2000" b="0" u="none" strike="noStrike">
                <a:solidFill>
                  <a:srgbClr val="000000"/>
                </a:solidFill>
                <a:effectLst/>
                <a:uFillTx/>
                <a:latin typeface="Arial"/>
              </a:rPr>
              <a:t> a banda pertence ao gênero rock.</a:t>
            </a:r>
          </a:p>
        </p:txBody>
      </p:sp>
      <p:sp>
        <p:nvSpPr>
          <p:cNvPr id="282"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pt-BR" sz="1200" b="0" u="none" strike="noStrike">
                <a:solidFill>
                  <a:srgbClr val="000000"/>
                </a:solidFill>
                <a:effectLst/>
                <a:uFillTx/>
                <a:latin typeface="Times New Roman"/>
              </a:defRPr>
            </a:lvl1pPr>
          </a:lstStyle>
          <a:p>
            <a:pPr indent="0" algn="r">
              <a:lnSpc>
                <a:spcPct val="100000"/>
              </a:lnSpc>
              <a:buNone/>
            </a:pPr>
            <a:fld id="{45AA790B-4CC4-4793-864B-D352B054F0FF}" type="slidenum">
              <a:rPr lang="pt-BR" sz="1200" b="0" u="none" strike="noStrike">
                <a:solidFill>
                  <a:srgbClr val="000000"/>
                </a:solidFill>
                <a:effectLst/>
                <a:uFillTx/>
                <a:latin typeface="Times New Roman"/>
              </a:rPr>
              <a:t>16</a:t>
            </a:fld>
            <a:endParaRPr lang="pt-BR"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noRot="1" noChangeAspect="1"/>
          </p:cNvSpPr>
          <p:nvPr>
            <p:ph type="sldImg"/>
          </p:nvPr>
        </p:nvSpPr>
        <p:spPr>
          <a:xfrm>
            <a:off x="685800" y="1143000"/>
            <a:ext cx="5486040" cy="3085920"/>
          </a:xfrm>
          <a:prstGeom prst="rect">
            <a:avLst/>
          </a:prstGeom>
          <a:ln w="0">
            <a:noFill/>
          </a:ln>
        </p:spPr>
      </p:sp>
      <p:sp>
        <p:nvSpPr>
          <p:cNvPr id="2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pt-BR" sz="2000" b="0" u="none" strike="noStrike">
                <a:solidFill>
                  <a:srgbClr val="000000"/>
                </a:solidFill>
                <a:effectLst/>
                <a:uFillTx/>
                <a:latin typeface="Arial"/>
              </a:rPr>
              <a:t>“Esse predicado é verdadeiro?”</a:t>
            </a:r>
            <a:br>
              <a:rPr sz="2000"/>
            </a:br>
            <a:r>
              <a:rPr lang="pt-BR" sz="2000" b="0" u="none" strike="noStrike">
                <a:solidFill>
                  <a:srgbClr val="000000"/>
                </a:solidFill>
                <a:effectLst/>
                <a:uFillTx/>
                <a:latin typeface="Arial"/>
              </a:rPr>
              <a:t>ou</a:t>
            </a:r>
            <a:br>
              <a:rPr sz="2000"/>
            </a:br>
            <a:r>
              <a:rPr lang="pt-BR" sz="2000" b="0" u="none" strike="noStrike">
                <a:solidFill>
                  <a:srgbClr val="000000"/>
                </a:solidFill>
                <a:effectLst/>
                <a:uFillTx/>
                <a:latin typeface="Arial"/>
              </a:rPr>
              <a:t>“Para quais valores isso é verdadeiro?”</a:t>
            </a:r>
          </a:p>
        </p:txBody>
      </p:sp>
      <p:sp>
        <p:nvSpPr>
          <p:cNvPr id="285"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pt-BR" sz="1200" b="0" u="none" strike="noStrike">
                <a:solidFill>
                  <a:srgbClr val="000000"/>
                </a:solidFill>
                <a:effectLst/>
                <a:uFillTx/>
                <a:latin typeface="Times New Roman"/>
              </a:defRPr>
            </a:lvl1pPr>
          </a:lstStyle>
          <a:p>
            <a:pPr indent="0" algn="r">
              <a:lnSpc>
                <a:spcPct val="100000"/>
              </a:lnSpc>
              <a:buNone/>
            </a:pPr>
            <a:fld id="{FCAE56F6-D3AF-4CF3-80DF-AE2BFBF0836E}" type="slidenum">
              <a:rPr lang="pt-BR" sz="1200" b="0" u="none" strike="noStrike">
                <a:solidFill>
                  <a:srgbClr val="000000"/>
                </a:solidFill>
                <a:effectLst/>
                <a:uFillTx/>
                <a:latin typeface="Times New Roman"/>
              </a:rPr>
              <a:t>17</a:t>
            </a:fld>
            <a:endParaRPr lang="pt-BR"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PlaceHolder 1"/>
          <p:cNvSpPr>
            <a:spLocks noGrp="1" noRot="1" noChangeAspect="1"/>
          </p:cNvSpPr>
          <p:nvPr>
            <p:ph type="sldImg"/>
          </p:nvPr>
        </p:nvSpPr>
        <p:spPr>
          <a:xfrm>
            <a:off x="685800" y="1143000"/>
            <a:ext cx="5486040" cy="3085920"/>
          </a:xfrm>
          <a:prstGeom prst="rect">
            <a:avLst/>
          </a:prstGeom>
          <a:ln w="0">
            <a:noFill/>
          </a:ln>
        </p:spPr>
      </p:sp>
      <p:sp>
        <p:nvSpPr>
          <p:cNvPr id="2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pt-BR" sz="1800" b="0" u="none" strike="noStrike">
              <a:solidFill>
                <a:srgbClr val="000000"/>
              </a:solidFill>
              <a:effectLst/>
              <a:uFillTx/>
              <a:latin typeface="Arial"/>
            </a:endParaRPr>
          </a:p>
        </p:txBody>
      </p:sp>
      <p:sp>
        <p:nvSpPr>
          <p:cNvPr id="288"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pt-BR" sz="1200" b="0" u="none" strike="noStrike">
                <a:solidFill>
                  <a:srgbClr val="000000"/>
                </a:solidFill>
                <a:effectLst/>
                <a:uFillTx/>
                <a:latin typeface="Times New Roman"/>
              </a:defRPr>
            </a:lvl1pPr>
          </a:lstStyle>
          <a:p>
            <a:pPr indent="0" algn="r">
              <a:lnSpc>
                <a:spcPct val="100000"/>
              </a:lnSpc>
              <a:buNone/>
            </a:pPr>
            <a:fld id="{C385C05E-EDDE-41D0-8531-8EAEC9905CA4}" type="slidenum">
              <a:rPr lang="pt-BR" sz="1200" b="0" u="none" strike="noStrike">
                <a:solidFill>
                  <a:srgbClr val="000000"/>
                </a:solidFill>
                <a:effectLst/>
                <a:uFillTx/>
                <a:latin typeface="Times New Roman"/>
              </a:rPr>
              <a:t>18</a:t>
            </a:fld>
            <a:endParaRPr lang="pt-BR"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noRot="1" noChangeAspect="1"/>
          </p:cNvSpPr>
          <p:nvPr>
            <p:ph type="sldImg"/>
          </p:nvPr>
        </p:nvSpPr>
        <p:spPr>
          <a:xfrm>
            <a:off x="685800" y="1143000"/>
            <a:ext cx="5486040" cy="3085920"/>
          </a:xfrm>
          <a:prstGeom prst="rect">
            <a:avLst/>
          </a:prstGeom>
          <a:ln w="0">
            <a:noFill/>
          </a:ln>
        </p:spPr>
      </p:sp>
      <p:sp>
        <p:nvSpPr>
          <p:cNvPr id="2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pt-BR" sz="1800" b="0" u="none" strike="noStrike">
              <a:solidFill>
                <a:srgbClr val="000000"/>
              </a:solidFill>
              <a:effectLst/>
              <a:uFillTx/>
              <a:latin typeface="Arial"/>
            </a:endParaRPr>
          </a:p>
        </p:txBody>
      </p:sp>
      <p:sp>
        <p:nvSpPr>
          <p:cNvPr id="291"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pt-BR" sz="1200" b="0" u="none" strike="noStrike">
                <a:solidFill>
                  <a:srgbClr val="000000"/>
                </a:solidFill>
                <a:effectLst/>
                <a:uFillTx/>
                <a:latin typeface="Times New Roman"/>
              </a:defRPr>
            </a:lvl1pPr>
          </a:lstStyle>
          <a:p>
            <a:pPr indent="0" algn="r">
              <a:lnSpc>
                <a:spcPct val="100000"/>
              </a:lnSpc>
              <a:buNone/>
            </a:pPr>
            <a:fld id="{D48F2C87-2545-42A7-A70D-41724EC520AB}" type="slidenum">
              <a:rPr lang="pt-BR" sz="1200" b="0" u="none" strike="noStrike">
                <a:solidFill>
                  <a:srgbClr val="000000"/>
                </a:solidFill>
                <a:effectLst/>
                <a:uFillTx/>
                <a:latin typeface="Times New Roman"/>
              </a:rPr>
              <a:t>19</a:t>
            </a:fld>
            <a:endParaRPr lang="pt-BR"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bg>
      <p:bgPr>
        <a:solidFill>
          <a:srgbClr val="FFFFFF"/>
        </a:solidFill>
        <a:effectLst/>
      </p:bgPr>
    </p:bg>
    <p:spTree>
      <p:nvGrpSpPr>
        <p:cNvPr id="1" name=""/>
        <p:cNvGrpSpPr/>
        <p:nvPr/>
      </p:nvGrpSpPr>
      <p:grpSpPr>
        <a:xfrm>
          <a:off x="0" y="0"/>
          <a:ext cx="0" cy="0"/>
          <a:chOff x="0" y="0"/>
          <a:chExt cx="0" cy="0"/>
        </a:xfrm>
      </p:grpSpPr>
      <p:pic>
        <p:nvPicPr>
          <p:cNvPr id="2"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3"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4"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5"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6"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7"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8"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9"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10" name="Agrupar 14"/>
          <p:cNvGrpSpPr/>
          <p:nvPr/>
        </p:nvGrpSpPr>
        <p:grpSpPr>
          <a:xfrm>
            <a:off x="0" y="6642720"/>
            <a:ext cx="12191760" cy="214920"/>
            <a:chOff x="0" y="6642720"/>
            <a:chExt cx="12191760" cy="214920"/>
          </a:xfrm>
        </p:grpSpPr>
        <p:sp>
          <p:nvSpPr>
            <p:cNvPr id="11"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2"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3"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14"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pt-BR" sz="6000" b="1" u="none" strike="noStrike">
                <a:solidFill>
                  <a:srgbClr val="000050"/>
                </a:solidFill>
                <a:effectLst/>
                <a:uFillTx/>
                <a:latin typeface="Arial"/>
              </a:rPr>
              <a:t>Clique para editar o título Mestre</a:t>
            </a:r>
            <a:endParaRPr lang="pt-BR" sz="6000" b="0" u="none" strike="noStrike">
              <a:solidFill>
                <a:schemeClr val="dk1"/>
              </a:solidFill>
              <a:effectLst/>
              <a:uFillTx/>
              <a:latin typeface="Aptos"/>
            </a:endParaRPr>
          </a:p>
        </p:txBody>
      </p:sp>
      <p:sp>
        <p:nvSpPr>
          <p:cNvPr id="15"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16"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17"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DE6A8FAD-9827-417D-A269-2945700C82BC}"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
        <p:nvSpPr>
          <p:cNvPr id="1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pt-BR" sz="2800" b="0" u="none" strike="noStrike">
                <a:solidFill>
                  <a:schemeClr val="dk1"/>
                </a:solidFill>
                <a:effectLst/>
                <a:uFillTx/>
                <a:latin typeface="Arial"/>
              </a:rPr>
              <a:t>Clique para editar o formato de texto dos tópicos</a:t>
            </a:r>
          </a:p>
          <a:p>
            <a:pPr marL="864000" lvl="1" indent="-324000">
              <a:lnSpc>
                <a:spcPct val="90000"/>
              </a:lnSpc>
              <a:spcBef>
                <a:spcPts val="1134"/>
              </a:spcBef>
              <a:buClr>
                <a:srgbClr val="000000"/>
              </a:buClr>
              <a:buSzPct val="75000"/>
              <a:buFont typeface="Symbol" charset="2"/>
              <a:buChar char=""/>
            </a:pPr>
            <a:r>
              <a:rPr lang="pt-BR" sz="2000" b="0" u="none" strike="noStrike">
                <a:solidFill>
                  <a:schemeClr val="dk1"/>
                </a:solidFill>
                <a:effectLst/>
                <a:uFillTx/>
                <a:latin typeface="Arial"/>
              </a:rPr>
              <a:t>2.º nível de tópicos</a:t>
            </a:r>
          </a:p>
          <a:p>
            <a:pPr marL="1296000" lvl="2" indent="-288000">
              <a:lnSpc>
                <a:spcPct val="90000"/>
              </a:lnSpc>
              <a:spcBef>
                <a:spcPts val="850"/>
              </a:spcBef>
              <a:buClr>
                <a:srgbClr val="000000"/>
              </a:buClr>
              <a:buSzPct val="45000"/>
              <a:buFont typeface="Wingdings" charset="2"/>
              <a:buChar char=""/>
            </a:pPr>
            <a:r>
              <a:rPr lang="pt-BR" sz="1800" b="0" u="none" strike="noStrike">
                <a:solidFill>
                  <a:schemeClr val="dk1"/>
                </a:solidFill>
                <a:effectLst/>
                <a:uFillTx/>
                <a:latin typeface="Arial"/>
              </a:rPr>
              <a:t>3.º nível de tópicos</a:t>
            </a:r>
          </a:p>
          <a:p>
            <a:pPr marL="1728000" lvl="3" indent="-216000">
              <a:lnSpc>
                <a:spcPct val="90000"/>
              </a:lnSpc>
              <a:spcBef>
                <a:spcPts val="567"/>
              </a:spcBef>
              <a:buClr>
                <a:srgbClr val="000000"/>
              </a:buClr>
              <a:buSzPct val="75000"/>
              <a:buFont typeface="Symbol" charset="2"/>
              <a:buChar char=""/>
            </a:pPr>
            <a:r>
              <a:rPr lang="pt-BR" sz="1800" b="0" u="none" strike="noStrike">
                <a:solidFill>
                  <a:schemeClr val="dk1"/>
                </a:solidFill>
                <a:effectLst/>
                <a:uFillTx/>
                <a:latin typeface="Arial"/>
              </a:rPr>
              <a:t>4.º nível de tópicos</a:t>
            </a:r>
          </a:p>
          <a:p>
            <a:pPr marL="2160000" lvl="4" indent="-216000">
              <a:lnSpc>
                <a:spcPct val="90000"/>
              </a:lnSpc>
              <a:spcBef>
                <a:spcPts val="283"/>
              </a:spcBef>
              <a:buClr>
                <a:srgbClr val="000000"/>
              </a:buClr>
              <a:buSzPct val="45000"/>
              <a:buFont typeface="Wingdings" charset="2"/>
              <a:buChar char=""/>
            </a:pPr>
            <a:r>
              <a:rPr lang="pt-BR" sz="2000" b="0" u="none" strike="noStrike">
                <a:solidFill>
                  <a:schemeClr val="dk1"/>
                </a:solidFill>
                <a:effectLst/>
                <a:uFillTx/>
                <a:latin typeface="Arial"/>
              </a:rPr>
              <a:t>5.º nível de tópicos</a:t>
            </a:r>
          </a:p>
          <a:p>
            <a:pPr marL="2592000" lvl="5" indent="-216000">
              <a:lnSpc>
                <a:spcPct val="90000"/>
              </a:lnSpc>
              <a:spcBef>
                <a:spcPts val="283"/>
              </a:spcBef>
              <a:buClr>
                <a:srgbClr val="000000"/>
              </a:buClr>
              <a:buSzPct val="45000"/>
              <a:buFont typeface="Wingdings" charset="2"/>
              <a:buChar char=""/>
            </a:pPr>
            <a:r>
              <a:rPr lang="pt-BR" sz="2000" b="0" u="none" strike="noStrike">
                <a:solidFill>
                  <a:schemeClr val="dk1"/>
                </a:solidFill>
                <a:effectLst/>
                <a:uFillTx/>
                <a:latin typeface="Arial"/>
              </a:rPr>
              <a:t>6.º nível de tópicos</a:t>
            </a:r>
          </a:p>
          <a:p>
            <a:pPr marL="3024000" lvl="6" indent="-216000">
              <a:lnSpc>
                <a:spcPct val="90000"/>
              </a:lnSpc>
              <a:spcBef>
                <a:spcPts val="283"/>
              </a:spcBef>
              <a:buClr>
                <a:srgbClr val="000000"/>
              </a:buClr>
              <a:buSzPct val="45000"/>
              <a:buFont typeface="Wingdings" charset="2"/>
              <a:buChar char=""/>
            </a:pPr>
            <a:r>
              <a:rPr lang="pt-BR" sz="2000" b="0" u="none" strike="noStrike">
                <a:solidFill>
                  <a:schemeClr val="dk1"/>
                </a:solidFill>
                <a:effectLst/>
                <a:uFillTx/>
                <a:latin typeface="Arial"/>
              </a:rPr>
              <a:t>7.º nível de tópicos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ítulo e Texto Vertical">
    <p:bg>
      <p:bgPr>
        <a:solidFill>
          <a:srgbClr val="FFFFFF"/>
        </a:solidFill>
        <a:effectLst/>
      </p:bgPr>
    </p:bg>
    <p:spTree>
      <p:nvGrpSpPr>
        <p:cNvPr id="1" name=""/>
        <p:cNvGrpSpPr/>
        <p:nvPr/>
      </p:nvGrpSpPr>
      <p:grpSpPr>
        <a:xfrm>
          <a:off x="0" y="0"/>
          <a:ext cx="0" cy="0"/>
          <a:chOff x="0" y="0"/>
          <a:chExt cx="0" cy="0"/>
        </a:xfrm>
      </p:grpSpPr>
      <p:pic>
        <p:nvPicPr>
          <p:cNvPr id="19"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20"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1"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2"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3"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4"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5"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6"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27" name="Agrupar 14"/>
          <p:cNvGrpSpPr/>
          <p:nvPr/>
        </p:nvGrpSpPr>
        <p:grpSpPr>
          <a:xfrm>
            <a:off x="0" y="6642720"/>
            <a:ext cx="12191760" cy="214920"/>
            <a:chOff x="0" y="6642720"/>
            <a:chExt cx="12191760" cy="214920"/>
          </a:xfrm>
        </p:grpSpPr>
        <p:sp>
          <p:nvSpPr>
            <p:cNvPr id="28"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9"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30"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31"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Clique para editar o título Mestre</a:t>
            </a:r>
            <a:endParaRPr lang="pt-BR" sz="3600" b="0" u="none" strike="noStrike">
              <a:solidFill>
                <a:schemeClr val="dk1"/>
              </a:solidFill>
              <a:effectLst/>
              <a:uFillTx/>
              <a:latin typeface="Aptos"/>
            </a:endParaRPr>
          </a:p>
        </p:txBody>
      </p:sp>
      <p:sp>
        <p:nvSpPr>
          <p:cNvPr id="32" name="PlaceHolder 2"/>
          <p:cNvSpPr>
            <a:spLocks noGrp="1"/>
          </p:cNvSpPr>
          <p:nvPr>
            <p:ph type="body"/>
          </p:nvPr>
        </p:nvSpPr>
        <p:spPr>
          <a:xfrm>
            <a:off x="983520" y="1825560"/>
            <a:ext cx="1037016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Clique para editar os estilos de texto Mestres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Segundo nível</a:t>
            </a: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Terceiro nível</a:t>
            </a: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Quarto nível</a:t>
            </a: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Quinto nível</a:t>
            </a:r>
          </a:p>
        </p:txBody>
      </p:sp>
      <p:sp>
        <p:nvSpPr>
          <p:cNvPr id="33"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34"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35"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87640090-1904-4A9D-8AD6-EEBC46A3571B}"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bg>
      <p:bgPr>
        <a:solidFill>
          <a:srgbClr val="FFFFFF"/>
        </a:solidFill>
        <a:effectLst/>
      </p:bgPr>
    </p:bg>
    <p:spTree>
      <p:nvGrpSpPr>
        <p:cNvPr id="1" name=""/>
        <p:cNvGrpSpPr/>
        <p:nvPr/>
      </p:nvGrpSpPr>
      <p:grpSpPr>
        <a:xfrm>
          <a:off x="0" y="0"/>
          <a:ext cx="0" cy="0"/>
          <a:chOff x="0" y="0"/>
          <a:chExt cx="0" cy="0"/>
        </a:xfrm>
      </p:grpSpPr>
      <p:pic>
        <p:nvPicPr>
          <p:cNvPr id="36"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37"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38"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39"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40"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41"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42"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43"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44" name="Agrupar 14"/>
          <p:cNvGrpSpPr/>
          <p:nvPr/>
        </p:nvGrpSpPr>
        <p:grpSpPr>
          <a:xfrm>
            <a:off x="0" y="6642720"/>
            <a:ext cx="12191760" cy="214920"/>
            <a:chOff x="0" y="6642720"/>
            <a:chExt cx="12191760" cy="214920"/>
          </a:xfrm>
        </p:grpSpPr>
        <p:sp>
          <p:nvSpPr>
            <p:cNvPr id="45"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46"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47"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48"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Clique para editar o título Mestre</a:t>
            </a:r>
            <a:endParaRPr lang="pt-BR" sz="3600" b="0" u="none" strike="noStrike">
              <a:solidFill>
                <a:schemeClr val="dk1"/>
              </a:solidFill>
              <a:effectLst/>
              <a:uFillTx/>
              <a:latin typeface="Aptos"/>
            </a:endParaRPr>
          </a:p>
        </p:txBody>
      </p:sp>
      <p:sp>
        <p:nvSpPr>
          <p:cNvPr id="49"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Clique para editar os estilos de texto Mestres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Segundo nível</a:t>
            </a: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Terceiro nível</a:t>
            </a: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Quarto nível</a:t>
            </a: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Quinto nível</a:t>
            </a:r>
          </a:p>
        </p:txBody>
      </p:sp>
      <p:sp>
        <p:nvSpPr>
          <p:cNvPr id="50"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51"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52"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2B907BA2-97C6-4F81-A888-7EDC2D7C2477}"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e Conteúdo">
    <p:bg>
      <p:bgPr>
        <a:solidFill>
          <a:srgbClr val="FFFFFF"/>
        </a:solidFill>
        <a:effectLst/>
      </p:bgPr>
    </p:bg>
    <p:spTree>
      <p:nvGrpSpPr>
        <p:cNvPr id="1" name=""/>
        <p:cNvGrpSpPr/>
        <p:nvPr/>
      </p:nvGrpSpPr>
      <p:grpSpPr>
        <a:xfrm>
          <a:off x="0" y="0"/>
          <a:ext cx="0" cy="0"/>
          <a:chOff x="0" y="0"/>
          <a:chExt cx="0" cy="0"/>
        </a:xfrm>
      </p:grpSpPr>
      <p:pic>
        <p:nvPicPr>
          <p:cNvPr id="53"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54"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55"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56"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57"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58"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59"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60"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61" name="Agrupar 14"/>
          <p:cNvGrpSpPr/>
          <p:nvPr/>
        </p:nvGrpSpPr>
        <p:grpSpPr>
          <a:xfrm>
            <a:off x="0" y="6642720"/>
            <a:ext cx="12191760" cy="214920"/>
            <a:chOff x="0" y="6642720"/>
            <a:chExt cx="12191760" cy="214920"/>
          </a:xfrm>
        </p:grpSpPr>
        <p:sp>
          <p:nvSpPr>
            <p:cNvPr id="62"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63"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64"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65"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Clique para editar o título Mestre</a:t>
            </a:r>
            <a:endParaRPr lang="pt-BR" sz="3600" b="0" u="none" strike="noStrike">
              <a:solidFill>
                <a:schemeClr val="dk1"/>
              </a:solidFill>
              <a:effectLst/>
              <a:uFillTx/>
              <a:latin typeface="Aptos"/>
            </a:endParaRPr>
          </a:p>
        </p:txBody>
      </p:sp>
      <p:sp>
        <p:nvSpPr>
          <p:cNvPr id="66" name="PlaceHolder 2"/>
          <p:cNvSpPr>
            <a:spLocks noGrp="1"/>
          </p:cNvSpPr>
          <p:nvPr>
            <p:ph type="body"/>
          </p:nvPr>
        </p:nvSpPr>
        <p:spPr>
          <a:xfrm>
            <a:off x="983520" y="1825560"/>
            <a:ext cx="1037016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Clique para editar os estilos de texto Mestres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Segundo nível</a:t>
            </a: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Terceiro nível</a:t>
            </a: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Quarto nível</a:t>
            </a: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Quinto nível</a:t>
            </a:r>
          </a:p>
        </p:txBody>
      </p:sp>
      <p:sp>
        <p:nvSpPr>
          <p:cNvPr id="67"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68"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69"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F9E5521C-7E14-4DF0-B2F1-6260688853CE}"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abeçalho da Seção">
    <p:bg>
      <p:bgPr>
        <a:solidFill>
          <a:srgbClr val="FFFFFF"/>
        </a:solidFill>
        <a:effectLst/>
      </p:bgPr>
    </p:bg>
    <p:spTree>
      <p:nvGrpSpPr>
        <p:cNvPr id="1" name=""/>
        <p:cNvGrpSpPr/>
        <p:nvPr/>
      </p:nvGrpSpPr>
      <p:grpSpPr>
        <a:xfrm>
          <a:off x="0" y="0"/>
          <a:ext cx="0" cy="0"/>
          <a:chOff x="0" y="0"/>
          <a:chExt cx="0" cy="0"/>
        </a:xfrm>
      </p:grpSpPr>
      <p:pic>
        <p:nvPicPr>
          <p:cNvPr id="70"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71"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72"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73"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74"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75"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76"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77"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78" name="Agrupar 14"/>
          <p:cNvGrpSpPr/>
          <p:nvPr/>
        </p:nvGrpSpPr>
        <p:grpSpPr>
          <a:xfrm>
            <a:off x="0" y="6642720"/>
            <a:ext cx="12191760" cy="214920"/>
            <a:chOff x="0" y="6642720"/>
            <a:chExt cx="12191760" cy="214920"/>
          </a:xfrm>
        </p:grpSpPr>
        <p:sp>
          <p:nvSpPr>
            <p:cNvPr id="79"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80"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81"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8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pt-BR" sz="6000" b="1" u="none" strike="noStrike">
                <a:solidFill>
                  <a:srgbClr val="000050"/>
                </a:solidFill>
                <a:effectLst/>
                <a:uFillTx/>
                <a:latin typeface="Arial"/>
              </a:rPr>
              <a:t>Clique para editar o título Mestre</a:t>
            </a:r>
            <a:endParaRPr lang="pt-BR" sz="6000" b="0" u="none" strike="noStrike">
              <a:solidFill>
                <a:schemeClr val="dk1"/>
              </a:solidFill>
              <a:effectLst/>
              <a:uFillTx/>
              <a:latin typeface="Aptos"/>
            </a:endParaRPr>
          </a:p>
        </p:txBody>
      </p:sp>
      <p:sp>
        <p:nvSpPr>
          <p:cNvPr id="8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pt-BR" sz="2400" b="0" u="none" strike="noStrike">
                <a:solidFill>
                  <a:schemeClr val="dk1">
                    <a:tint val="82000"/>
                  </a:schemeClr>
                </a:solidFill>
                <a:effectLst/>
                <a:uFillTx/>
                <a:latin typeface="Arial"/>
              </a:rPr>
              <a:t>Clique para editar os estilos de texto Mestres</a:t>
            </a:r>
            <a:endParaRPr lang="pt-BR" sz="2400" b="0" u="none" strike="noStrike">
              <a:solidFill>
                <a:schemeClr val="dk1"/>
              </a:solidFill>
              <a:effectLst/>
              <a:uFillTx/>
              <a:latin typeface="Arial"/>
            </a:endParaRPr>
          </a:p>
        </p:txBody>
      </p:sp>
      <p:sp>
        <p:nvSpPr>
          <p:cNvPr id="8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8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8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254698BC-FD13-42DA-9062-758DFC1F65DE}"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uas Partes de Conteúdo">
    <p:bg>
      <p:bgPr>
        <a:solidFill>
          <a:srgbClr val="FFFFFF"/>
        </a:solidFill>
        <a:effectLst/>
      </p:bgPr>
    </p:bg>
    <p:spTree>
      <p:nvGrpSpPr>
        <p:cNvPr id="1" name=""/>
        <p:cNvGrpSpPr/>
        <p:nvPr/>
      </p:nvGrpSpPr>
      <p:grpSpPr>
        <a:xfrm>
          <a:off x="0" y="0"/>
          <a:ext cx="0" cy="0"/>
          <a:chOff x="0" y="0"/>
          <a:chExt cx="0" cy="0"/>
        </a:xfrm>
      </p:grpSpPr>
      <p:pic>
        <p:nvPicPr>
          <p:cNvPr id="87"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88"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89"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90"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91"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92"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93"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94"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95" name="Agrupar 14"/>
          <p:cNvGrpSpPr/>
          <p:nvPr/>
        </p:nvGrpSpPr>
        <p:grpSpPr>
          <a:xfrm>
            <a:off x="0" y="6642720"/>
            <a:ext cx="12191760" cy="214920"/>
            <a:chOff x="0" y="6642720"/>
            <a:chExt cx="12191760" cy="214920"/>
          </a:xfrm>
        </p:grpSpPr>
        <p:sp>
          <p:nvSpPr>
            <p:cNvPr id="96"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97"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98"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99"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Clique para editar o título Mestre</a:t>
            </a:r>
            <a:endParaRPr lang="pt-BR" sz="3600" b="0" u="none" strike="noStrike">
              <a:solidFill>
                <a:schemeClr val="dk1"/>
              </a:solidFill>
              <a:effectLst/>
              <a:uFillTx/>
              <a:latin typeface="Aptos"/>
            </a:endParaRPr>
          </a:p>
        </p:txBody>
      </p:sp>
      <p:sp>
        <p:nvSpPr>
          <p:cNvPr id="10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Clique para editar os estilos de texto Mestres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Segundo nível</a:t>
            </a: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Terceiro nível</a:t>
            </a: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Quarto nível</a:t>
            </a: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Quinto nível</a:t>
            </a:r>
          </a:p>
        </p:txBody>
      </p:sp>
      <p:sp>
        <p:nvSpPr>
          <p:cNvPr id="10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Clique para editar os estilos de texto Mestres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Segundo nível</a:t>
            </a: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Terceiro nível</a:t>
            </a: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Quarto nível</a:t>
            </a: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Quinto nível</a:t>
            </a:r>
          </a:p>
        </p:txBody>
      </p:sp>
      <p:sp>
        <p:nvSpPr>
          <p:cNvPr id="102"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103"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104"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EF818ED9-0BD5-4067-9ADC-86E4B63627C9}"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ação">
    <p:bg>
      <p:bgPr>
        <a:solidFill>
          <a:srgbClr val="FFFFFF"/>
        </a:solidFill>
        <a:effectLst/>
      </p:bgPr>
    </p:bg>
    <p:spTree>
      <p:nvGrpSpPr>
        <p:cNvPr id="1" name=""/>
        <p:cNvGrpSpPr/>
        <p:nvPr/>
      </p:nvGrpSpPr>
      <p:grpSpPr>
        <a:xfrm>
          <a:off x="0" y="0"/>
          <a:ext cx="0" cy="0"/>
          <a:chOff x="0" y="0"/>
          <a:chExt cx="0" cy="0"/>
        </a:xfrm>
      </p:grpSpPr>
      <p:pic>
        <p:nvPicPr>
          <p:cNvPr id="105"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106"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07"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08"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09"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10"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11"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12"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113" name="Agrupar 14"/>
          <p:cNvGrpSpPr/>
          <p:nvPr/>
        </p:nvGrpSpPr>
        <p:grpSpPr>
          <a:xfrm>
            <a:off x="0" y="6642720"/>
            <a:ext cx="12191760" cy="214920"/>
            <a:chOff x="0" y="6642720"/>
            <a:chExt cx="12191760" cy="214920"/>
          </a:xfrm>
        </p:grpSpPr>
        <p:sp>
          <p:nvSpPr>
            <p:cNvPr id="114"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15"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16"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117"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Clique para editar o título Mestre</a:t>
            </a:r>
            <a:endParaRPr lang="pt-BR" sz="3600" b="0" u="none" strike="noStrike">
              <a:solidFill>
                <a:schemeClr val="dk1"/>
              </a:solidFill>
              <a:effectLst/>
              <a:uFillTx/>
              <a:latin typeface="Aptos"/>
            </a:endParaRPr>
          </a:p>
        </p:txBody>
      </p:sp>
      <p:sp>
        <p:nvSpPr>
          <p:cNvPr id="118"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pt-BR" sz="2400" b="1" u="none" strike="noStrike">
                <a:solidFill>
                  <a:schemeClr val="dk1"/>
                </a:solidFill>
                <a:effectLst/>
                <a:uFillTx/>
                <a:latin typeface="Arial"/>
              </a:rPr>
              <a:t>Clique para editar os estilos de texto Mestres</a:t>
            </a:r>
            <a:endParaRPr lang="pt-BR" sz="2400" b="0" u="none" strike="noStrike">
              <a:solidFill>
                <a:schemeClr val="dk1"/>
              </a:solidFill>
              <a:effectLst/>
              <a:uFillTx/>
              <a:latin typeface="Arial"/>
            </a:endParaRPr>
          </a:p>
        </p:txBody>
      </p:sp>
      <p:sp>
        <p:nvSpPr>
          <p:cNvPr id="119"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Clique para editar os estilos de texto Mestres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Segundo nível</a:t>
            </a: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Terceiro nível</a:t>
            </a: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Quarto nível</a:t>
            </a: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Quinto nível</a:t>
            </a:r>
          </a:p>
        </p:txBody>
      </p:sp>
      <p:sp>
        <p:nvSpPr>
          <p:cNvPr id="120"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pt-BR" sz="2400" b="1" u="none" strike="noStrike">
                <a:solidFill>
                  <a:schemeClr val="dk1"/>
                </a:solidFill>
                <a:effectLst/>
                <a:uFillTx/>
                <a:latin typeface="Arial"/>
              </a:rPr>
              <a:t>Clique para editar os estilos de texto Mestres</a:t>
            </a:r>
            <a:endParaRPr lang="pt-BR" sz="2400" b="0" u="none" strike="noStrike">
              <a:solidFill>
                <a:schemeClr val="dk1"/>
              </a:solidFill>
              <a:effectLst/>
              <a:uFillTx/>
              <a:latin typeface="Arial"/>
            </a:endParaRPr>
          </a:p>
        </p:txBody>
      </p:sp>
      <p:sp>
        <p:nvSpPr>
          <p:cNvPr id="121"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Clique para editar os estilos de texto Mestres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Segundo nível</a:t>
            </a: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Terceiro nível</a:t>
            </a: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Quarto nível</a:t>
            </a: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Quinto nível</a:t>
            </a:r>
          </a:p>
        </p:txBody>
      </p:sp>
      <p:sp>
        <p:nvSpPr>
          <p:cNvPr id="122"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123"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124"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B78C001C-F882-4FD7-B99A-6C44997F5FDF}"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omente Título">
    <p:bg>
      <p:bgPr>
        <a:solidFill>
          <a:srgbClr val="FFFFFF"/>
        </a:solidFill>
        <a:effectLst/>
      </p:bgPr>
    </p:bg>
    <p:spTree>
      <p:nvGrpSpPr>
        <p:cNvPr id="1" name=""/>
        <p:cNvGrpSpPr/>
        <p:nvPr/>
      </p:nvGrpSpPr>
      <p:grpSpPr>
        <a:xfrm>
          <a:off x="0" y="0"/>
          <a:ext cx="0" cy="0"/>
          <a:chOff x="0" y="0"/>
          <a:chExt cx="0" cy="0"/>
        </a:xfrm>
      </p:grpSpPr>
      <p:pic>
        <p:nvPicPr>
          <p:cNvPr id="125"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126"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27"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28"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29"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30"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31"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32"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133" name="Agrupar 14"/>
          <p:cNvGrpSpPr/>
          <p:nvPr/>
        </p:nvGrpSpPr>
        <p:grpSpPr>
          <a:xfrm>
            <a:off x="0" y="6642720"/>
            <a:ext cx="12191760" cy="214920"/>
            <a:chOff x="0" y="6642720"/>
            <a:chExt cx="12191760" cy="214920"/>
          </a:xfrm>
        </p:grpSpPr>
        <p:sp>
          <p:nvSpPr>
            <p:cNvPr id="134"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35"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36"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137"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Clique para editar o título Mestre</a:t>
            </a:r>
            <a:endParaRPr lang="pt-BR" sz="3600" b="0" u="none" strike="noStrike">
              <a:solidFill>
                <a:schemeClr val="dk1"/>
              </a:solidFill>
              <a:effectLst/>
              <a:uFillTx/>
              <a:latin typeface="Aptos"/>
            </a:endParaRPr>
          </a:p>
        </p:txBody>
      </p:sp>
      <p:sp>
        <p:nvSpPr>
          <p:cNvPr id="138"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139"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140"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668D3137-DAAF-40BF-90D7-26BB189506C0}"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
        <p:nvSpPr>
          <p:cNvPr id="141"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pt-BR" sz="2800" b="0" u="none" strike="noStrike">
                <a:solidFill>
                  <a:schemeClr val="dk1"/>
                </a:solidFill>
                <a:effectLst/>
                <a:uFillTx/>
                <a:latin typeface="Arial"/>
              </a:rPr>
              <a:t>Clique para editar o formato de texto dos tópicos</a:t>
            </a:r>
          </a:p>
          <a:p>
            <a:pPr marL="864000" lvl="1" indent="-324000">
              <a:lnSpc>
                <a:spcPct val="90000"/>
              </a:lnSpc>
              <a:spcBef>
                <a:spcPts val="1134"/>
              </a:spcBef>
              <a:buClr>
                <a:srgbClr val="000000"/>
              </a:buClr>
              <a:buSzPct val="75000"/>
              <a:buFont typeface="Symbol" charset="2"/>
              <a:buChar char=""/>
            </a:pPr>
            <a:r>
              <a:rPr lang="pt-BR" sz="2000" b="0" u="none" strike="noStrike">
                <a:solidFill>
                  <a:schemeClr val="dk1"/>
                </a:solidFill>
                <a:effectLst/>
                <a:uFillTx/>
                <a:latin typeface="Arial"/>
              </a:rPr>
              <a:t>2.º nível de tópicos</a:t>
            </a:r>
          </a:p>
          <a:p>
            <a:pPr marL="1296000" lvl="2" indent="-288000">
              <a:lnSpc>
                <a:spcPct val="90000"/>
              </a:lnSpc>
              <a:spcBef>
                <a:spcPts val="850"/>
              </a:spcBef>
              <a:buClr>
                <a:srgbClr val="000000"/>
              </a:buClr>
              <a:buSzPct val="45000"/>
              <a:buFont typeface="Wingdings" charset="2"/>
              <a:buChar char=""/>
            </a:pPr>
            <a:r>
              <a:rPr lang="pt-BR" sz="1800" b="0" u="none" strike="noStrike">
                <a:solidFill>
                  <a:schemeClr val="dk1"/>
                </a:solidFill>
                <a:effectLst/>
                <a:uFillTx/>
                <a:latin typeface="Arial"/>
              </a:rPr>
              <a:t>3.º nível de tópicos</a:t>
            </a:r>
          </a:p>
          <a:p>
            <a:pPr marL="1728000" lvl="3" indent="-216000">
              <a:lnSpc>
                <a:spcPct val="90000"/>
              </a:lnSpc>
              <a:spcBef>
                <a:spcPts val="567"/>
              </a:spcBef>
              <a:buClr>
                <a:srgbClr val="000000"/>
              </a:buClr>
              <a:buSzPct val="75000"/>
              <a:buFont typeface="Symbol" charset="2"/>
              <a:buChar char=""/>
            </a:pPr>
            <a:r>
              <a:rPr lang="pt-BR" sz="1800" b="0" u="none" strike="noStrike">
                <a:solidFill>
                  <a:schemeClr val="dk1"/>
                </a:solidFill>
                <a:effectLst/>
                <a:uFillTx/>
                <a:latin typeface="Arial"/>
              </a:rPr>
              <a:t>4.º nível de tópicos</a:t>
            </a:r>
          </a:p>
          <a:p>
            <a:pPr marL="2160000" lvl="4" indent="-216000">
              <a:lnSpc>
                <a:spcPct val="90000"/>
              </a:lnSpc>
              <a:spcBef>
                <a:spcPts val="283"/>
              </a:spcBef>
              <a:buClr>
                <a:srgbClr val="000000"/>
              </a:buClr>
              <a:buSzPct val="45000"/>
              <a:buFont typeface="Wingdings" charset="2"/>
              <a:buChar char=""/>
            </a:pPr>
            <a:r>
              <a:rPr lang="pt-BR" sz="2000" b="0" u="none" strike="noStrike">
                <a:solidFill>
                  <a:schemeClr val="dk1"/>
                </a:solidFill>
                <a:effectLst/>
                <a:uFillTx/>
                <a:latin typeface="Arial"/>
              </a:rPr>
              <a:t>5.º nível de tópicos</a:t>
            </a:r>
          </a:p>
          <a:p>
            <a:pPr marL="2592000" lvl="5" indent="-216000">
              <a:lnSpc>
                <a:spcPct val="90000"/>
              </a:lnSpc>
              <a:spcBef>
                <a:spcPts val="283"/>
              </a:spcBef>
              <a:buClr>
                <a:srgbClr val="000000"/>
              </a:buClr>
              <a:buSzPct val="45000"/>
              <a:buFont typeface="Wingdings" charset="2"/>
              <a:buChar char=""/>
            </a:pPr>
            <a:r>
              <a:rPr lang="pt-BR" sz="2000" b="0" u="none" strike="noStrike">
                <a:solidFill>
                  <a:schemeClr val="dk1"/>
                </a:solidFill>
                <a:effectLst/>
                <a:uFillTx/>
                <a:latin typeface="Arial"/>
              </a:rPr>
              <a:t>6.º nível de tópicos</a:t>
            </a:r>
          </a:p>
          <a:p>
            <a:pPr marL="3024000" lvl="6" indent="-216000">
              <a:lnSpc>
                <a:spcPct val="90000"/>
              </a:lnSpc>
              <a:spcBef>
                <a:spcPts val="283"/>
              </a:spcBef>
              <a:buClr>
                <a:srgbClr val="000000"/>
              </a:buClr>
              <a:buSzPct val="45000"/>
              <a:buFont typeface="Wingdings" charset="2"/>
              <a:buChar char=""/>
            </a:pPr>
            <a:r>
              <a:rPr lang="pt-BR" sz="2000" b="0" u="none" strike="noStrike">
                <a:solidFill>
                  <a:schemeClr val="dk1"/>
                </a:solidFill>
                <a:effectLst/>
                <a:uFillTx/>
                <a:latin typeface="Arial"/>
              </a:rPr>
              <a:t>7.º nível de tópicos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m Branco">
    <p:bg>
      <p:bgPr>
        <a:solidFill>
          <a:srgbClr val="FFFFFF"/>
        </a:solidFill>
        <a:effectLst/>
      </p:bgPr>
    </p:bg>
    <p:spTree>
      <p:nvGrpSpPr>
        <p:cNvPr id="1" name=""/>
        <p:cNvGrpSpPr/>
        <p:nvPr/>
      </p:nvGrpSpPr>
      <p:grpSpPr>
        <a:xfrm>
          <a:off x="0" y="0"/>
          <a:ext cx="0" cy="0"/>
          <a:chOff x="0" y="0"/>
          <a:chExt cx="0" cy="0"/>
        </a:xfrm>
      </p:grpSpPr>
      <p:pic>
        <p:nvPicPr>
          <p:cNvPr id="142"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143"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44"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45"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46"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47"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48"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49"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150" name="Agrupar 14"/>
          <p:cNvGrpSpPr/>
          <p:nvPr/>
        </p:nvGrpSpPr>
        <p:grpSpPr>
          <a:xfrm>
            <a:off x="0" y="6642720"/>
            <a:ext cx="12191760" cy="214920"/>
            <a:chOff x="0" y="6642720"/>
            <a:chExt cx="12191760" cy="214920"/>
          </a:xfrm>
        </p:grpSpPr>
        <p:sp>
          <p:nvSpPr>
            <p:cNvPr id="151"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52"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53"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15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15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15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B112A246-D5D3-4978-8629-B39B6BF1036D}"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údo com Legenda">
    <p:bg>
      <p:bgPr>
        <a:solidFill>
          <a:srgbClr val="FFFFFF"/>
        </a:solidFill>
        <a:effectLst/>
      </p:bgPr>
    </p:bg>
    <p:spTree>
      <p:nvGrpSpPr>
        <p:cNvPr id="1" name=""/>
        <p:cNvGrpSpPr/>
        <p:nvPr/>
      </p:nvGrpSpPr>
      <p:grpSpPr>
        <a:xfrm>
          <a:off x="0" y="0"/>
          <a:ext cx="0" cy="0"/>
          <a:chOff x="0" y="0"/>
          <a:chExt cx="0" cy="0"/>
        </a:xfrm>
      </p:grpSpPr>
      <p:pic>
        <p:nvPicPr>
          <p:cNvPr id="157"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158"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59"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60"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61"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62"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63"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64"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165" name="Agrupar 14"/>
          <p:cNvGrpSpPr/>
          <p:nvPr/>
        </p:nvGrpSpPr>
        <p:grpSpPr>
          <a:xfrm>
            <a:off x="0" y="6642720"/>
            <a:ext cx="12191760" cy="214920"/>
            <a:chOff x="0" y="6642720"/>
            <a:chExt cx="12191760" cy="214920"/>
          </a:xfrm>
        </p:grpSpPr>
        <p:sp>
          <p:nvSpPr>
            <p:cNvPr id="166"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67"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68"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169"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pt-BR" sz="3200" b="1" u="none" strike="noStrike">
                <a:solidFill>
                  <a:srgbClr val="000050"/>
                </a:solidFill>
                <a:effectLst/>
                <a:uFillTx/>
                <a:latin typeface="Arial"/>
              </a:rPr>
              <a:t>Clique para editar o título Mestre</a:t>
            </a:r>
            <a:endParaRPr lang="pt-BR" sz="3200" b="0" u="none" strike="noStrike">
              <a:solidFill>
                <a:schemeClr val="dk1"/>
              </a:solidFill>
              <a:effectLst/>
              <a:uFillTx/>
              <a:latin typeface="Aptos"/>
            </a:endParaRPr>
          </a:p>
        </p:txBody>
      </p:sp>
      <p:sp>
        <p:nvSpPr>
          <p:cNvPr id="170"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3200" b="0" u="none" strike="noStrike">
                <a:solidFill>
                  <a:schemeClr val="dk1"/>
                </a:solidFill>
                <a:effectLst/>
                <a:uFillTx/>
                <a:latin typeface="Arial"/>
              </a:rPr>
              <a:t>Clique para editar os estilos de texto Mestres</a:t>
            </a:r>
          </a:p>
          <a:p>
            <a:pPr marL="685800" lvl="1" indent="-228600" defTabSz="914400">
              <a:lnSpc>
                <a:spcPct val="90000"/>
              </a:lnSpc>
              <a:spcBef>
                <a:spcPts val="499"/>
              </a:spcBef>
              <a:buClr>
                <a:srgbClr val="000000"/>
              </a:buClr>
              <a:buFont typeface="Arial"/>
              <a:buChar char="•"/>
            </a:pPr>
            <a:r>
              <a:rPr lang="pt-BR" sz="2800" b="0" u="none" strike="noStrike">
                <a:solidFill>
                  <a:schemeClr val="dk1"/>
                </a:solidFill>
                <a:effectLst/>
                <a:uFillTx/>
                <a:latin typeface="Arial"/>
              </a:rPr>
              <a:t>Segundo nível</a:t>
            </a:r>
          </a:p>
          <a:p>
            <a:pPr marL="1143000" lvl="2"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Terceiro nível</a:t>
            </a:r>
          </a:p>
          <a:p>
            <a:pPr marL="1600200" lvl="3"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Quarto nível</a:t>
            </a:r>
          </a:p>
          <a:p>
            <a:pPr marL="2057400" lvl="4"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Quinto nível</a:t>
            </a:r>
          </a:p>
        </p:txBody>
      </p:sp>
      <p:sp>
        <p:nvSpPr>
          <p:cNvPr id="171"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pt-BR" sz="1600" b="0" u="none" strike="noStrike">
                <a:solidFill>
                  <a:schemeClr val="dk1"/>
                </a:solidFill>
                <a:effectLst/>
                <a:uFillTx/>
                <a:latin typeface="Arial"/>
              </a:rPr>
              <a:t>Clique para editar os estilos de texto Mestres</a:t>
            </a:r>
          </a:p>
        </p:txBody>
      </p:sp>
      <p:sp>
        <p:nvSpPr>
          <p:cNvPr id="172"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173"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174"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7B9D2486-F55E-4BC0-98FB-A8C64896E451}"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Imagem com Legenda">
    <p:bg>
      <p:bgPr>
        <a:solidFill>
          <a:srgbClr val="FFFFFF"/>
        </a:solidFill>
        <a:effectLst/>
      </p:bgPr>
    </p:bg>
    <p:spTree>
      <p:nvGrpSpPr>
        <p:cNvPr id="1" name=""/>
        <p:cNvGrpSpPr/>
        <p:nvPr/>
      </p:nvGrpSpPr>
      <p:grpSpPr>
        <a:xfrm>
          <a:off x="0" y="0"/>
          <a:ext cx="0" cy="0"/>
          <a:chOff x="0" y="0"/>
          <a:chExt cx="0" cy="0"/>
        </a:xfrm>
      </p:grpSpPr>
      <p:pic>
        <p:nvPicPr>
          <p:cNvPr id="175" name="Imagem 6" descr="Texto&#10;&#10;Descrição gerada automaticamente com confiança baixa"/>
          <p:cNvPicPr/>
          <p:nvPr/>
        </p:nvPicPr>
        <p:blipFill>
          <a:blip r:embed="rId2"/>
          <a:srcRect l="11764" t="1854" r="64727" b="42834"/>
          <a:stretch/>
        </p:blipFill>
        <p:spPr>
          <a:xfrm>
            <a:off x="0" y="11160"/>
            <a:ext cx="1053720" cy="1050840"/>
          </a:xfrm>
          <a:prstGeom prst="rect">
            <a:avLst/>
          </a:prstGeom>
          <a:noFill/>
          <a:ln w="0">
            <a:noFill/>
          </a:ln>
        </p:spPr>
      </p:pic>
      <p:sp>
        <p:nvSpPr>
          <p:cNvPr id="176" name="Retângulo 7"/>
          <p:cNvSpPr/>
          <p:nvPr/>
        </p:nvSpPr>
        <p:spPr>
          <a:xfrm>
            <a:off x="1262880" y="-435960"/>
            <a:ext cx="376920" cy="376920"/>
          </a:xfrm>
          <a:prstGeom prst="rect">
            <a:avLst/>
          </a:prstGeom>
          <a:solidFill>
            <a:srgbClr val="0367A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77" name="Retângulo 8"/>
          <p:cNvSpPr/>
          <p:nvPr/>
        </p:nvSpPr>
        <p:spPr>
          <a:xfrm>
            <a:off x="841680" y="-435960"/>
            <a:ext cx="376920" cy="376920"/>
          </a:xfrm>
          <a:prstGeom prst="rect">
            <a:avLst/>
          </a:prstGeom>
          <a:solidFill>
            <a:srgbClr val="034C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78" name="Retângulo 9"/>
          <p:cNvSpPr/>
          <p:nvPr/>
        </p:nvSpPr>
        <p:spPr>
          <a:xfrm>
            <a:off x="420840" y="-435960"/>
            <a:ext cx="376920" cy="376920"/>
          </a:xfrm>
          <a:prstGeom prst="rect">
            <a:avLst/>
          </a:prstGeom>
          <a:solidFill>
            <a:srgbClr val="033E8C"/>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79" name="Retângulo 10"/>
          <p:cNvSpPr/>
          <p:nvPr/>
        </p:nvSpPr>
        <p:spPr>
          <a:xfrm>
            <a:off x="2525400" y="-435960"/>
            <a:ext cx="376920" cy="376920"/>
          </a:xfrm>
          <a:prstGeom prst="rect">
            <a:avLst/>
          </a:prstGeom>
          <a:solidFill>
            <a:srgbClr val="F2F2F2"/>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80" name="Retângulo 11"/>
          <p:cNvSpPr/>
          <p:nvPr/>
        </p:nvSpPr>
        <p:spPr>
          <a:xfrm>
            <a:off x="2104560" y="-434160"/>
            <a:ext cx="376920" cy="376920"/>
          </a:xfrm>
          <a:prstGeom prst="rect">
            <a:avLst/>
          </a:prstGeom>
          <a:solidFill>
            <a:srgbClr val="F2A516"/>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81" name="Retângulo 12"/>
          <p:cNvSpPr/>
          <p:nvPr/>
        </p:nvSpPr>
        <p:spPr>
          <a:xfrm>
            <a:off x="1683720" y="-434160"/>
            <a:ext cx="376920" cy="376920"/>
          </a:xfrm>
          <a:prstGeom prst="rect">
            <a:avLst/>
          </a:prstGeom>
          <a:solidFill>
            <a:srgbClr val="F2BF27"/>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82" name="Retângulo 13"/>
          <p:cNvSpPr/>
          <p:nvPr/>
        </p:nvSpPr>
        <p:spPr>
          <a:xfrm>
            <a:off x="0" y="-434160"/>
            <a:ext cx="376920" cy="376920"/>
          </a:xfrm>
          <a:prstGeom prst="rect">
            <a:avLst/>
          </a:prstGeom>
          <a:solidFill>
            <a:srgbClr val="000050"/>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nvGrpSpPr>
          <p:cNvPr id="183" name="Agrupar 14"/>
          <p:cNvGrpSpPr/>
          <p:nvPr/>
        </p:nvGrpSpPr>
        <p:grpSpPr>
          <a:xfrm>
            <a:off x="0" y="6642720"/>
            <a:ext cx="12191760" cy="214920"/>
            <a:chOff x="0" y="6642720"/>
            <a:chExt cx="12191760" cy="214920"/>
          </a:xfrm>
        </p:grpSpPr>
        <p:sp>
          <p:nvSpPr>
            <p:cNvPr id="184" name="Retângulo 15"/>
            <p:cNvSpPr/>
            <p:nvPr/>
          </p:nvSpPr>
          <p:spPr>
            <a:xfrm>
              <a:off x="0" y="6678360"/>
              <a:ext cx="12191760" cy="71640"/>
            </a:xfrm>
            <a:prstGeom prst="rect">
              <a:avLst/>
            </a:prstGeom>
            <a:solidFill>
              <a:srgbClr val="034C8C"/>
            </a:solidFill>
            <a:ln>
              <a:solidFill>
                <a:srgbClr val="034C8C"/>
              </a:solidFill>
            </a:ln>
          </p:spPr>
          <p:style>
            <a:lnRef idx="2">
              <a:schemeClr val="accent1">
                <a:shade val="15000"/>
              </a:schemeClr>
            </a:lnRef>
            <a:fillRef idx="1">
              <a:schemeClr val="accent1"/>
            </a:fillRef>
            <a:effectRef idx="0">
              <a:schemeClr val="accent1"/>
            </a:effectRef>
            <a:fontRef idx="minor"/>
          </p:style>
          <p:txBody>
            <a:bodyPr lIns="90000" tIns="27000" rIns="90000" bIns="27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85" name="Retângulo 16"/>
            <p:cNvSpPr/>
            <p:nvPr/>
          </p:nvSpPr>
          <p:spPr>
            <a:xfrm>
              <a:off x="0" y="6642720"/>
              <a:ext cx="12191760" cy="35640"/>
            </a:xfrm>
            <a:prstGeom prst="rect">
              <a:avLst/>
            </a:prstGeom>
            <a:solidFill>
              <a:srgbClr val="0367A6"/>
            </a:solidFill>
            <a:ln>
              <a:solidFill>
                <a:srgbClr val="0367A6"/>
              </a:solidFill>
            </a:ln>
          </p:spPr>
          <p:style>
            <a:lnRef idx="2">
              <a:schemeClr val="accent1">
                <a:shade val="15000"/>
              </a:schemeClr>
            </a:lnRef>
            <a:fillRef idx="1">
              <a:schemeClr val="accent1"/>
            </a:fillRef>
            <a:effectRef idx="0">
              <a:schemeClr val="accent1"/>
            </a:effectRef>
            <a:fontRef idx="minor"/>
          </p:style>
          <p:txBody>
            <a:bodyPr lIns="90000" tIns="-9000" rIns="90000" bIns="-9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186" name="Retângulo 17"/>
            <p:cNvSpPr/>
            <p:nvPr/>
          </p:nvSpPr>
          <p:spPr>
            <a:xfrm>
              <a:off x="0" y="6750360"/>
              <a:ext cx="12191760" cy="107280"/>
            </a:xfrm>
            <a:prstGeom prst="rect">
              <a:avLst/>
            </a:prstGeom>
            <a:solidFill>
              <a:srgbClr val="000050"/>
            </a:solidFill>
            <a:ln>
              <a:solidFill>
                <a:srgbClr val="00005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grpSp>
      <p:sp>
        <p:nvSpPr>
          <p:cNvPr id="18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pt-BR" sz="3200" b="1" u="none" strike="noStrike">
                <a:solidFill>
                  <a:srgbClr val="000050"/>
                </a:solidFill>
                <a:effectLst/>
                <a:uFillTx/>
                <a:latin typeface="Arial"/>
              </a:rPr>
              <a:t>Clique para editar o título Mestre</a:t>
            </a:r>
            <a:endParaRPr lang="pt-BR" sz="3200" b="0" u="none" strike="noStrike">
              <a:solidFill>
                <a:schemeClr val="dk1"/>
              </a:solidFill>
              <a:effectLst/>
              <a:uFillTx/>
              <a:latin typeface="Aptos"/>
            </a:endParaRPr>
          </a:p>
        </p:txBody>
      </p:sp>
      <p:sp>
        <p:nvSpPr>
          <p:cNvPr id="188"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pt-BR" sz="3200" b="0" u="none" strike="noStrike">
                <a:solidFill>
                  <a:schemeClr val="dk1"/>
                </a:solidFill>
                <a:effectLst/>
                <a:uFillTx/>
                <a:latin typeface="Aptos"/>
              </a:rPr>
              <a:t>Clique no ícone para adicionar uma imagem</a:t>
            </a:r>
            <a:endParaRPr lang="pt-BR" sz="3200" b="0" u="none" strike="noStrike">
              <a:solidFill>
                <a:schemeClr val="dk1"/>
              </a:solidFill>
              <a:effectLst/>
              <a:uFillTx/>
              <a:latin typeface="Arial"/>
            </a:endParaRPr>
          </a:p>
        </p:txBody>
      </p:sp>
      <p:sp>
        <p:nvSpPr>
          <p:cNvPr id="18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pt-BR" sz="1600" b="0" u="none" strike="noStrike">
                <a:solidFill>
                  <a:schemeClr val="dk1"/>
                </a:solidFill>
                <a:effectLst/>
                <a:uFillTx/>
                <a:latin typeface="Arial"/>
              </a:rPr>
              <a:t>Clique para editar os estilos de texto Mestres</a:t>
            </a:r>
          </a:p>
        </p:txBody>
      </p:sp>
      <p:sp>
        <p:nvSpPr>
          <p:cNvPr id="190"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pt-BR" sz="1200" b="0" u="none" strike="noStrike">
                <a:solidFill>
                  <a:schemeClr val="dk1">
                    <a:tint val="82000"/>
                  </a:schemeClr>
                </a:solidFill>
                <a:effectLst/>
                <a:uFillTx/>
                <a:latin typeface="Aptos"/>
              </a:defRPr>
            </a:lvl1pPr>
          </a:lstStyle>
          <a:p>
            <a:pPr indent="0" defTabSz="914400">
              <a:lnSpc>
                <a:spcPct val="100000"/>
              </a:lnSpc>
              <a:buNone/>
            </a:pPr>
            <a:r>
              <a:rPr lang="pt-BR" sz="1200" b="0" u="none" strike="noStrike">
                <a:solidFill>
                  <a:schemeClr val="dk1">
                    <a:tint val="82000"/>
                  </a:schemeClr>
                </a:solidFill>
                <a:effectLst/>
                <a:uFillTx/>
                <a:latin typeface="Aptos"/>
              </a:rPr>
              <a:t>&lt;data/hora&gt;</a:t>
            </a:r>
            <a:endParaRPr lang="pt-BR" sz="1200" b="0" u="none" strike="noStrike">
              <a:solidFill>
                <a:srgbClr val="000000"/>
              </a:solidFill>
              <a:effectLst/>
              <a:uFillTx/>
              <a:latin typeface="Times New Roman"/>
            </a:endParaRPr>
          </a:p>
        </p:txBody>
      </p:sp>
      <p:sp>
        <p:nvSpPr>
          <p:cNvPr id="191"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pt-BR" sz="1400" b="0" u="none" strike="noStrike">
                <a:solidFill>
                  <a:srgbClr val="000000"/>
                </a:solidFill>
                <a:effectLst/>
                <a:uFillTx/>
                <a:latin typeface="Times New Roman"/>
              </a:defRPr>
            </a:lvl1pPr>
          </a:lstStyle>
          <a:p>
            <a:pPr indent="0" algn="ctr">
              <a:buNone/>
            </a:pPr>
            <a:r>
              <a:rPr lang="pt-BR" sz="1400" b="0" u="none" strike="noStrike">
                <a:solidFill>
                  <a:srgbClr val="000000"/>
                </a:solidFill>
                <a:effectLst/>
                <a:uFillTx/>
                <a:latin typeface="Times New Roman"/>
              </a:rPr>
              <a:t>&lt;rodapé&gt;</a:t>
            </a:r>
          </a:p>
        </p:txBody>
      </p:sp>
      <p:sp>
        <p:nvSpPr>
          <p:cNvPr id="192"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pt-BR" sz="1200" b="1" u="none" strike="noStrike">
                <a:solidFill>
                  <a:srgbClr val="000050"/>
                </a:solidFill>
                <a:effectLst/>
                <a:uFillTx/>
                <a:latin typeface="Arial"/>
              </a:defRPr>
            </a:lvl1pPr>
          </a:lstStyle>
          <a:p>
            <a:pPr indent="0" algn="r" defTabSz="914400">
              <a:lnSpc>
                <a:spcPct val="100000"/>
              </a:lnSpc>
              <a:buNone/>
            </a:pPr>
            <a:fld id="{76639F04-197C-41D9-9F92-79E905830BDE}" type="slidenum">
              <a:rPr lang="pt-BR" sz="1200" b="1" u="none" strike="noStrike">
                <a:solidFill>
                  <a:srgbClr val="000050"/>
                </a:solidFill>
                <a:effectLst/>
                <a:uFillTx/>
                <a:latin typeface="Arial"/>
              </a:rPr>
              <a:t>‹nº›</a:t>
            </a:fld>
            <a:endParaRPr lang="pt-BR"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instagram.com/helldivers2game/reel/DUYePa8jlie/"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instagram.com/helldivers2game/reel/DUYePa8jlie/"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instagram.com/helldivers2game/reel/DUYePa8jlie/"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1056675" y="1122480"/>
            <a:ext cx="10078050" cy="2387160"/>
          </a:xfrm>
          <a:prstGeom prst="rect">
            <a:avLst/>
          </a:prstGeom>
          <a:noFill/>
          <a:ln w="0">
            <a:noFill/>
          </a:ln>
        </p:spPr>
        <p:txBody>
          <a:bodyPr lIns="91440" tIns="45720" rIns="91440" bIns="45720" anchor="b">
            <a:noAutofit/>
          </a:bodyPr>
          <a:lstStyle/>
          <a:p>
            <a:pPr indent="0" algn="ctr" defTabSz="914400">
              <a:lnSpc>
                <a:spcPct val="90000"/>
              </a:lnSpc>
              <a:buNone/>
            </a:pPr>
            <a:r>
              <a:rPr lang="pt-BR" sz="6000" b="1" u="none" strike="noStrike" dirty="0">
                <a:solidFill>
                  <a:srgbClr val="000050"/>
                </a:solidFill>
                <a:effectLst/>
                <a:uFillTx/>
                <a:latin typeface="Arial"/>
              </a:rPr>
              <a:t>Disciplina:</a:t>
            </a:r>
            <a:br>
              <a:rPr sz="6000" dirty="0"/>
            </a:br>
            <a:r>
              <a:rPr lang="pt-BR" sz="6000" b="1" u="none" strike="noStrike" dirty="0">
                <a:solidFill>
                  <a:srgbClr val="000050"/>
                </a:solidFill>
                <a:effectLst/>
                <a:uFillTx/>
                <a:latin typeface="Arial"/>
              </a:rPr>
              <a:t>Inteligência Artificial - 2026</a:t>
            </a:r>
            <a:endParaRPr lang="pt-BR" sz="6000" b="0" u="none" strike="noStrike" dirty="0">
              <a:solidFill>
                <a:schemeClr val="dk1"/>
              </a:solidFill>
              <a:effectLst/>
              <a:uFillTx/>
              <a:latin typeface="Aptos"/>
            </a:endParaRPr>
          </a:p>
        </p:txBody>
      </p:sp>
      <p:sp>
        <p:nvSpPr>
          <p:cNvPr id="200"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pt-BR" sz="2400" b="0" u="none" strike="noStrike" dirty="0">
                <a:solidFill>
                  <a:schemeClr val="dk1"/>
                </a:solidFill>
                <a:effectLst/>
                <a:uFillTx/>
                <a:latin typeface="Arial"/>
              </a:rPr>
              <a:t>Tema 01:Linguagens Simbólicas e Programação Lógica.</a:t>
            </a:r>
            <a:endParaRPr lang="pt-BR" sz="24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Momento Descontração!</a:t>
            </a:r>
            <a:endParaRPr lang="pt-BR" sz="3600" b="0" u="none" strike="noStrike">
              <a:solidFill>
                <a:schemeClr val="dk1"/>
              </a:solidFill>
              <a:effectLst/>
              <a:uFillTx/>
              <a:latin typeface="Aptos"/>
            </a:endParaRPr>
          </a:p>
        </p:txBody>
      </p:sp>
      <p:sp>
        <p:nvSpPr>
          <p:cNvPr id="202" name="PlaceHolder 2"/>
          <p:cNvSpPr>
            <a:spLocks noGrp="1"/>
          </p:cNvSpPr>
          <p:nvPr>
            <p:ph/>
          </p:nvPr>
        </p:nvSpPr>
        <p:spPr>
          <a:xfrm>
            <a:off x="983520" y="1825560"/>
            <a:ext cx="10827360" cy="4350960"/>
          </a:xfrm>
          <a:prstGeom prst="rect">
            <a:avLst/>
          </a:prstGeom>
          <a:noFill/>
          <a:ln w="0">
            <a:noFill/>
          </a:ln>
        </p:spPr>
        <p:txBody>
          <a:bodyPr lIns="91440" tIns="45720" rIns="91440" bIns="45720" anchor="t">
            <a:normAutofit fontScale="85000" lnSpcReduction="9999"/>
          </a:bodyPr>
          <a:lstStyle/>
          <a:p>
            <a:pPr marL="228600" indent="-228600" algn="just"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01010100 11000011 10000100 01001110 01001011 00100000 01001111 01001101 00100000 01010010 01001111 01001100 01001100 01000101 01010010 01001110 01000001 00100000 01010110 01000001 01010010 00100000 01001111 01001101 01010110 11000011 10000100 01001110 01000100 01000001 00101110 00100000 01010100 11000011 10000100 01001110 01001011 00100000 01001111 01001101 00100000 01001110 01001001 00100000 01000010 01000101 01000110 01000001 01001110 01001110 00100000 01000101 01010010 00100000 01001001 00100000 01010110 11000011 10000101 01010010 01010100 00100000 01010011 01010100 11000011 10000100 01001100    01001100    01000101   00101110</a:t>
            </a:r>
          </a:p>
          <a:p>
            <a:pPr indent="0" defTabSz="914400">
              <a:lnSpc>
                <a:spcPct val="90000"/>
              </a:lnSpc>
              <a:spcBef>
                <a:spcPts val="1001"/>
              </a:spcBef>
              <a:buNone/>
              <a:tabLst>
                <a:tab pos="0" algn="l"/>
              </a:tabLst>
            </a:pPr>
            <a:br>
              <a:rPr sz="2800"/>
            </a:br>
            <a:endParaRPr lang="pt-BR" sz="2800" b="0" u="none" strike="noStrike">
              <a:solidFill>
                <a:schemeClr val="dk1"/>
              </a:solidFill>
              <a:effectLst/>
              <a:uFillTx/>
              <a:latin typeface="Arial"/>
            </a:endParaRPr>
          </a:p>
          <a:p>
            <a:pPr indent="0" defTabSz="914400">
              <a:lnSpc>
                <a:spcPct val="90000"/>
              </a:lnSpc>
              <a:spcBef>
                <a:spcPts val="1001"/>
              </a:spcBef>
              <a:buNone/>
              <a:tabLst>
                <a:tab pos="0" algn="l"/>
              </a:tabLst>
            </a:pPr>
            <a:endParaRPr lang="pt-BR" sz="2800" b="0" u="none" strike="noStrike">
              <a:solidFill>
                <a:schemeClr val="dk1"/>
              </a:solidFill>
              <a:effectLst/>
              <a:uFillTx/>
              <a:latin typeface="Arial"/>
            </a:endParaRPr>
          </a:p>
        </p:txBody>
      </p:sp>
      <p:sp>
        <p:nvSpPr>
          <p:cNvPr id="203" name="Picture 2" descr="HellDivers 2 Logo - Helldivers 2 - Sticker | TeePublic">
            <a:hlinkClick r:id="rId2"/>
          </p:cNvPr>
          <p:cNvSpPr/>
          <p:nvPr/>
        </p:nvSpPr>
        <p:spPr>
          <a:xfrm>
            <a:off x="8880120" y="0"/>
            <a:ext cx="1199880" cy="1199880"/>
          </a:xfrm>
          <a:prstGeom prst="ellipse">
            <a:avLst/>
          </a:prstGeom>
          <a:blipFill rotWithShape="0">
            <a:blip r:embed="rId3"/>
            <a:srcRect/>
            <a:stretch/>
          </a:blipFill>
          <a:ln w="0">
            <a:noFill/>
          </a:ln>
          <a:effectLst>
            <a:softEdge rad="112680"/>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pt-BR"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Momento Descontração!</a:t>
            </a:r>
            <a:endParaRPr lang="pt-BR" sz="3600" b="0" u="none" strike="noStrike">
              <a:solidFill>
                <a:schemeClr val="dk1"/>
              </a:solidFill>
              <a:effectLst/>
              <a:uFillTx/>
              <a:latin typeface="Aptos"/>
            </a:endParaRPr>
          </a:p>
        </p:txBody>
      </p:sp>
      <p:sp>
        <p:nvSpPr>
          <p:cNvPr id="205" name="PlaceHolder 2"/>
          <p:cNvSpPr>
            <a:spLocks noGrp="1"/>
          </p:cNvSpPr>
          <p:nvPr>
            <p:ph/>
          </p:nvPr>
        </p:nvSpPr>
        <p:spPr>
          <a:xfrm>
            <a:off x="983520" y="1825560"/>
            <a:ext cx="10827360" cy="43509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None/>
              <a:tabLst>
                <a:tab pos="0" algn="l"/>
              </a:tabLst>
            </a:pPr>
            <a:r>
              <a:rPr lang="sv-SE" sz="2800" b="0" u="none" strike="noStrike">
                <a:solidFill>
                  <a:schemeClr val="dk1"/>
                </a:solidFill>
                <a:effectLst/>
                <a:uFillTx/>
                <a:latin typeface="Arial"/>
              </a:rPr>
              <a:t>A frase em binário diz:</a:t>
            </a:r>
            <a:endParaRPr lang="pt-BR" sz="2800" b="0" u="none" strike="noStrike">
              <a:solidFill>
                <a:schemeClr val="dk1"/>
              </a:solidFill>
              <a:effectLst/>
              <a:uFillTx/>
              <a:latin typeface="Arial"/>
            </a:endParaRPr>
          </a:p>
          <a:p>
            <a:pPr marL="228600" indent="-228600" defTabSz="914400">
              <a:lnSpc>
                <a:spcPct val="90000"/>
              </a:lnSpc>
              <a:spcBef>
                <a:spcPts val="1001"/>
              </a:spcBef>
              <a:buNone/>
              <a:tabLst>
                <a:tab pos="0" algn="l"/>
              </a:tabLst>
            </a:pPr>
            <a:r>
              <a:rPr lang="sv-SE" sz="2800" b="1" u="none" strike="noStrike">
                <a:solidFill>
                  <a:schemeClr val="dk1"/>
                </a:solidFill>
                <a:effectLst/>
                <a:uFillTx/>
                <a:latin typeface="Arial"/>
              </a:rPr>
              <a:t>“Tänk om rollerna var omvända. </a:t>
            </a:r>
            <a:endParaRPr lang="pt-BR" sz="2800" b="0" u="none" strike="noStrike">
              <a:solidFill>
                <a:schemeClr val="dk1"/>
              </a:solidFill>
              <a:effectLst/>
              <a:uFillTx/>
              <a:latin typeface="Arial"/>
            </a:endParaRPr>
          </a:p>
          <a:p>
            <a:pPr marL="228600" indent="-228600" defTabSz="914400">
              <a:lnSpc>
                <a:spcPct val="90000"/>
              </a:lnSpc>
              <a:spcBef>
                <a:spcPts val="1001"/>
              </a:spcBef>
              <a:buNone/>
              <a:tabLst>
                <a:tab pos="0" algn="l"/>
              </a:tabLst>
            </a:pPr>
            <a:r>
              <a:rPr lang="sv-SE" sz="2800" b="1" u="none" strike="noStrike">
                <a:solidFill>
                  <a:schemeClr val="dk1"/>
                </a:solidFill>
                <a:effectLst/>
                <a:uFillTx/>
                <a:latin typeface="Arial"/>
              </a:rPr>
              <a:t>  Tänk om ni befann er i vårt ställe.”</a:t>
            </a:r>
            <a:br>
              <a:rPr sz="2800"/>
            </a:br>
            <a:endParaRPr lang="pt-BR" sz="2800" b="0" u="none" strike="noStrike">
              <a:solidFill>
                <a:schemeClr val="dk1"/>
              </a:solidFill>
              <a:effectLst/>
              <a:uFillTx/>
              <a:latin typeface="Arial"/>
            </a:endParaRPr>
          </a:p>
          <a:p>
            <a:pPr indent="0" defTabSz="914400">
              <a:lnSpc>
                <a:spcPct val="90000"/>
              </a:lnSpc>
              <a:spcBef>
                <a:spcPts val="1001"/>
              </a:spcBef>
              <a:buNone/>
              <a:tabLst>
                <a:tab pos="0" algn="l"/>
              </a:tabLst>
            </a:pPr>
            <a:endParaRPr lang="pt-BR" sz="2800" b="0" u="none" strike="noStrike">
              <a:solidFill>
                <a:schemeClr val="dk1"/>
              </a:solidFill>
              <a:effectLst/>
              <a:uFillTx/>
              <a:latin typeface="Arial"/>
            </a:endParaRPr>
          </a:p>
        </p:txBody>
      </p:sp>
      <p:sp>
        <p:nvSpPr>
          <p:cNvPr id="206" name="Picture 2" descr="HellDivers 2 Logo - Helldivers 2 - Sticker | TeePublic">
            <a:hlinkClick r:id="rId2"/>
          </p:cNvPr>
          <p:cNvSpPr/>
          <p:nvPr/>
        </p:nvSpPr>
        <p:spPr>
          <a:xfrm>
            <a:off x="6791400" y="365040"/>
            <a:ext cx="1199880" cy="1199880"/>
          </a:xfrm>
          <a:prstGeom prst="ellipse">
            <a:avLst/>
          </a:prstGeom>
          <a:blipFill rotWithShape="0">
            <a:blip r:embed="rId3"/>
            <a:srcRect/>
            <a:stretch/>
          </a:blipFill>
          <a:ln w="0">
            <a:noFill/>
          </a:ln>
          <a:effectLst>
            <a:softEdge rad="112680"/>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pt-BR" sz="18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Momento Descontração!</a:t>
            </a:r>
            <a:endParaRPr lang="pt-BR" sz="3600" b="0" u="none" strike="noStrike">
              <a:solidFill>
                <a:schemeClr val="dk1"/>
              </a:solidFill>
              <a:effectLst/>
              <a:uFillTx/>
              <a:latin typeface="Aptos"/>
            </a:endParaRPr>
          </a:p>
        </p:txBody>
      </p:sp>
      <p:sp>
        <p:nvSpPr>
          <p:cNvPr id="208" name="PlaceHolder 2"/>
          <p:cNvSpPr>
            <a:spLocks noGrp="1"/>
          </p:cNvSpPr>
          <p:nvPr>
            <p:ph/>
          </p:nvPr>
        </p:nvSpPr>
        <p:spPr>
          <a:xfrm>
            <a:off x="983520" y="1825560"/>
            <a:ext cx="10827360" cy="43509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Tradução para o português:</a:t>
            </a:r>
          </a:p>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“Imagine se os papéis estivessem invertidos. </a:t>
            </a:r>
            <a:endParaRPr lang="pt-BR" sz="28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  Imagine se vocês estivessem no nosso lugar.”</a:t>
            </a:r>
            <a:endParaRPr lang="pt-BR" sz="2800" b="0" u="none" strike="noStrike">
              <a:solidFill>
                <a:schemeClr val="dk1"/>
              </a:solidFill>
              <a:effectLst/>
              <a:uFillTx/>
              <a:latin typeface="Arial"/>
            </a:endParaRPr>
          </a:p>
          <a:p>
            <a:pPr marL="228600" indent="-228600" defTabSz="914400">
              <a:lnSpc>
                <a:spcPct val="90000"/>
              </a:lnSpc>
              <a:spcBef>
                <a:spcPts val="1001"/>
              </a:spcBef>
              <a:buNone/>
              <a:tabLst>
                <a:tab pos="0" algn="l"/>
              </a:tabLst>
            </a:pPr>
            <a:br>
              <a:rPr sz="2800"/>
            </a:br>
            <a:endParaRPr lang="pt-BR" sz="2800" b="0" u="none" strike="noStrike">
              <a:solidFill>
                <a:schemeClr val="dk1"/>
              </a:solidFill>
              <a:effectLst/>
              <a:uFillTx/>
              <a:latin typeface="Arial"/>
            </a:endParaRPr>
          </a:p>
          <a:p>
            <a:pPr indent="0" defTabSz="914400">
              <a:lnSpc>
                <a:spcPct val="90000"/>
              </a:lnSpc>
              <a:spcBef>
                <a:spcPts val="1001"/>
              </a:spcBef>
              <a:buNone/>
              <a:tabLst>
                <a:tab pos="0" algn="l"/>
              </a:tabLst>
            </a:pPr>
            <a:endParaRPr lang="pt-BR" sz="2800" b="0" u="none" strike="noStrike">
              <a:solidFill>
                <a:schemeClr val="dk1"/>
              </a:solidFill>
              <a:effectLst/>
              <a:uFillTx/>
              <a:latin typeface="Arial"/>
            </a:endParaRPr>
          </a:p>
        </p:txBody>
      </p:sp>
      <p:sp>
        <p:nvSpPr>
          <p:cNvPr id="209" name="Picture 2" descr="HellDivers 2 Logo - Helldivers 2 - Sticker | TeePublic">
            <a:hlinkClick r:id="rId2"/>
          </p:cNvPr>
          <p:cNvSpPr/>
          <p:nvPr/>
        </p:nvSpPr>
        <p:spPr>
          <a:xfrm>
            <a:off x="6791400" y="365040"/>
            <a:ext cx="1199880" cy="1199880"/>
          </a:xfrm>
          <a:prstGeom prst="ellipse">
            <a:avLst/>
          </a:prstGeom>
          <a:blipFill rotWithShape="0">
            <a:blip r:embed="rId3"/>
            <a:srcRect/>
            <a:stretch/>
          </a:blipFill>
          <a:ln w="0">
            <a:noFill/>
          </a:ln>
          <a:effectLst>
            <a:softEdge rad="112680"/>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pt-BR" sz="18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Linguagens Simbólicas</a:t>
            </a:r>
            <a:endParaRPr lang="pt-BR" sz="3600" b="0" u="none" strike="noStrike">
              <a:solidFill>
                <a:schemeClr val="dk1"/>
              </a:solidFill>
              <a:effectLst/>
              <a:uFillTx/>
              <a:latin typeface="Aptos"/>
            </a:endParaRPr>
          </a:p>
        </p:txBody>
      </p:sp>
      <p:graphicFrame>
        <p:nvGraphicFramePr>
          <p:cNvPr id="211" name="Diagram1"/>
          <p:cNvGraphicFramePr/>
          <p:nvPr>
            <p:extLst>
              <p:ext uri="{D42A27DB-BD31-4B8C-83A1-F6EECF244321}">
                <p14:modId xmlns:p14="http://schemas.microsoft.com/office/powerpoint/2010/main" val="3430797887"/>
              </p:ext>
            </p:extLst>
          </p:nvPr>
        </p:nvGraphicFramePr>
        <p:xfrm>
          <a:off x="983520" y="1825560"/>
          <a:ext cx="10370160" cy="4350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rmAutofit lnSpcReduction="9999"/>
          </a:bodyPr>
          <a:lstStyle/>
          <a:p>
            <a:pPr indent="0" algn="ctr" defTabSz="914400">
              <a:lnSpc>
                <a:spcPct val="90000"/>
              </a:lnSpc>
              <a:buNone/>
            </a:pPr>
            <a:r>
              <a:rPr lang="pt-BR" sz="6000" b="1" u="none" strike="noStrike">
                <a:solidFill>
                  <a:srgbClr val="000050"/>
                </a:solidFill>
                <a:effectLst/>
                <a:uFillTx/>
                <a:latin typeface="Arial"/>
              </a:rPr>
              <a:t>Lógica de Programação </a:t>
            </a:r>
            <a:br>
              <a:rPr sz="6000"/>
            </a:br>
            <a:r>
              <a:rPr lang="pt-BR" sz="6000" b="1" u="none" strike="noStrike">
                <a:solidFill>
                  <a:srgbClr val="000050"/>
                </a:solidFill>
                <a:effectLst/>
                <a:uFillTx/>
                <a:latin typeface="Arial"/>
              </a:rPr>
              <a:t>x</a:t>
            </a:r>
            <a:br>
              <a:rPr sz="6000"/>
            </a:br>
            <a:r>
              <a:rPr lang="pt-BR" sz="6000" b="1" u="none" strike="noStrike">
                <a:solidFill>
                  <a:srgbClr val="000050"/>
                </a:solidFill>
                <a:effectLst/>
                <a:uFillTx/>
                <a:latin typeface="Arial"/>
              </a:rPr>
              <a:t>Programação Lógica</a:t>
            </a:r>
            <a:endParaRPr lang="pt-BR" sz="6000" b="0" u="none" strike="noStrike">
              <a:solidFill>
                <a:schemeClr val="dk1"/>
              </a:solidFill>
              <a:effectLst/>
              <a:uFillTx/>
              <a:latin typeface="Aptos"/>
            </a:endParaRPr>
          </a:p>
        </p:txBody>
      </p:sp>
      <p:sp>
        <p:nvSpPr>
          <p:cNvPr id="213"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Autofit/>
          </a:bodyPr>
          <a:lstStyle/>
          <a:p>
            <a:pPr indent="0" algn="ctr">
              <a:buNone/>
            </a:pPr>
            <a:endParaRPr lang="pt-BR" sz="2400" b="0" u="none" strike="noStrike">
              <a:solidFill>
                <a:schemeClr val="dk1"/>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696600" y="681120"/>
            <a:ext cx="10798560" cy="1325160"/>
          </a:xfrm>
          <a:prstGeom prst="rect">
            <a:avLst/>
          </a:prstGeom>
          <a:noFill/>
          <a:ln w="0">
            <a:noFill/>
          </a:ln>
        </p:spPr>
        <p:txBody>
          <a:bodyPr lIns="91440" tIns="45720" rIns="91440" bIns="45720" anchor="ctr">
            <a:normAutofit/>
          </a:bodyPr>
          <a:lstStyle/>
          <a:p>
            <a:pPr indent="0" defTabSz="914400">
              <a:lnSpc>
                <a:spcPct val="90000"/>
              </a:lnSpc>
              <a:buNone/>
            </a:pPr>
            <a:r>
              <a:rPr lang="pt-BR" sz="3600" b="1" u="none" strike="noStrike">
                <a:solidFill>
                  <a:srgbClr val="000050"/>
                </a:solidFill>
                <a:effectLst/>
                <a:uFillTx/>
                <a:latin typeface="Arial"/>
              </a:rPr>
              <a:t>Lógica de Programação x Programação Lógica</a:t>
            </a:r>
            <a:endParaRPr lang="pt-BR" sz="3600" b="0" u="none" strike="noStrike">
              <a:solidFill>
                <a:schemeClr val="dk1"/>
              </a:solidFill>
              <a:effectLst/>
              <a:uFillTx/>
              <a:latin typeface="Aptos"/>
            </a:endParaRPr>
          </a:p>
        </p:txBody>
      </p:sp>
      <p:graphicFrame>
        <p:nvGraphicFramePr>
          <p:cNvPr id="215" name="Diagram2"/>
          <p:cNvGraphicFramePr/>
          <p:nvPr>
            <p:extLst>
              <p:ext uri="{D42A27DB-BD31-4B8C-83A1-F6EECF244321}">
                <p14:modId xmlns:p14="http://schemas.microsoft.com/office/powerpoint/2010/main" val="3356678484"/>
              </p:ext>
            </p:extLst>
          </p:nvPr>
        </p:nvGraphicFramePr>
        <p:xfrm>
          <a:off x="419040" y="1825560"/>
          <a:ext cx="5219280" cy="4350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16" name="Diagram3"/>
          <p:cNvGraphicFramePr/>
          <p:nvPr>
            <p:extLst>
              <p:ext uri="{D42A27DB-BD31-4B8C-83A1-F6EECF244321}">
                <p14:modId xmlns:p14="http://schemas.microsoft.com/office/powerpoint/2010/main" val="3391897917"/>
              </p:ext>
            </p:extLst>
          </p:nvPr>
        </p:nvGraphicFramePr>
        <p:xfrm>
          <a:off x="6553080" y="1825560"/>
          <a:ext cx="5285880" cy="435096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Explicação do slide anterior</a:t>
            </a:r>
            <a:endParaRPr lang="pt-BR" sz="3600" b="0" u="none" strike="noStrike">
              <a:solidFill>
                <a:schemeClr val="dk1"/>
              </a:solidFill>
              <a:effectLst/>
              <a:uFillTx/>
              <a:latin typeface="Aptos"/>
            </a:endParaRPr>
          </a:p>
        </p:txBody>
      </p:sp>
      <p:sp>
        <p:nvSpPr>
          <p:cNvPr id="218" name="PlaceHolder 2"/>
          <p:cNvSpPr>
            <a:spLocks noGrp="1"/>
          </p:cNvSpPr>
          <p:nvPr>
            <p:ph/>
          </p:nvPr>
        </p:nvSpPr>
        <p:spPr>
          <a:xfrm>
            <a:off x="983520" y="1825560"/>
            <a:ext cx="10370160" cy="4350960"/>
          </a:xfrm>
          <a:prstGeom prst="rect">
            <a:avLst/>
          </a:prstGeom>
          <a:noFill/>
          <a:ln w="0">
            <a:noFill/>
          </a:ln>
        </p:spPr>
        <p:txBody>
          <a:bodyPr lIns="91440" tIns="45720" rIns="91440" bIns="45720" anchor="t">
            <a:norm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Na programação lógica, os programas são expressos em termos de lógica simbólica, e um processo de inferência lógica é utilizado para produzir os resultados. </a:t>
            </a:r>
          </a:p>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A programação lógica é declarativa, em vez de procedural, pois apenas a especificação do resultado é fornecida, e não um processo detalhado de como obtê-lo. </a:t>
            </a:r>
          </a:p>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Linguagens baseadas em lógica simbólica são chamadas de linguagens de programação lógica ou linguagens declarativas.</a:t>
            </a:r>
          </a:p>
          <a:p>
            <a:pPr indent="0" defTabSz="914400">
              <a:lnSpc>
                <a:spcPct val="90000"/>
              </a:lnSpc>
              <a:spcBef>
                <a:spcPts val="1001"/>
              </a:spcBef>
              <a:buNone/>
              <a:tabLst>
                <a:tab pos="0" algn="l"/>
              </a:tabLst>
            </a:pPr>
            <a:endParaRPr lang="pt-BR" sz="2800" b="0" u="none" strike="noStrike">
              <a:solidFill>
                <a:schemeClr val="dk1"/>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983520" y="365040"/>
            <a:ext cx="1088424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Programação Lógica ou linguagens declarativas</a:t>
            </a:r>
            <a:endParaRPr lang="pt-BR" sz="3600" b="0" u="none" strike="noStrike">
              <a:solidFill>
                <a:schemeClr val="dk1"/>
              </a:solidFill>
              <a:effectLst/>
              <a:uFillTx/>
              <a:latin typeface="Aptos"/>
            </a:endParaRPr>
          </a:p>
        </p:txBody>
      </p:sp>
      <p:sp>
        <p:nvSpPr>
          <p:cNvPr id="220" name="PlaceHolder 2"/>
          <p:cNvSpPr>
            <a:spLocks noGrp="1"/>
          </p:cNvSpPr>
          <p:nvPr>
            <p:ph/>
          </p:nvPr>
        </p:nvSpPr>
        <p:spPr>
          <a:xfrm>
            <a:off x="983520" y="1825560"/>
            <a:ext cx="1037016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Lógica simbólica</a:t>
            </a:r>
            <a:endParaRPr lang="pt-BR" sz="2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Uso de símbolos como ∧, ∨, ¬, →, ∀, ∃</a:t>
            </a:r>
          </a:p>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Processo de inferência lógica</a:t>
            </a:r>
            <a:r>
              <a:rPr lang="pt-BR" sz="2800" b="0" u="none" strike="noStrike">
                <a:solidFill>
                  <a:schemeClr val="dk1"/>
                </a:solidFill>
                <a:effectLst/>
                <a:uFillTx/>
                <a:latin typeface="Arial"/>
              </a:rPr>
              <a:t>.</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É o processo de derivar novas informações ou conclusões a partir de fatos e regras já conhecidos, seguindo princípios formais da lógica.</a:t>
            </a:r>
          </a:p>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Lógica declarativa</a:t>
            </a:r>
            <a:endParaRPr lang="pt-BR" sz="2800" b="0" u="none" strike="noStrike">
              <a:solidFill>
                <a:schemeClr val="dk1"/>
              </a:solidFill>
              <a:effectLst/>
              <a:uFillTx/>
              <a:latin typeface="Arial"/>
            </a:endParaRP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Programação lógica (Prolog)</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Consultas em SQL</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Regras em sistemas especialistas</a:t>
            </a:r>
          </a:p>
          <a:p>
            <a:pPr marL="457200" indent="0" defTabSz="914400">
              <a:lnSpc>
                <a:spcPct val="90000"/>
              </a:lnSpc>
              <a:spcBef>
                <a:spcPts val="499"/>
              </a:spcBef>
              <a:buNone/>
              <a:tabLst>
                <a:tab pos="0" algn="l"/>
              </a:tabLst>
            </a:pPr>
            <a:endParaRPr lang="pt-BR" sz="2400" b="0" u="none" strike="noStrike">
              <a:solidFill>
                <a:schemeClr val="dk1"/>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Explicação do slide anterior</a:t>
            </a:r>
            <a:endParaRPr lang="pt-BR" sz="3600" b="0" u="none" strike="noStrike">
              <a:solidFill>
                <a:schemeClr val="dk1"/>
              </a:solidFill>
              <a:effectLst/>
              <a:uFillTx/>
              <a:latin typeface="Aptos"/>
            </a:endParaRPr>
          </a:p>
        </p:txBody>
      </p:sp>
      <p:sp>
        <p:nvSpPr>
          <p:cNvPr id="222" name="PlaceHolder 2"/>
          <p:cNvSpPr>
            <a:spLocks noGrp="1"/>
          </p:cNvSpPr>
          <p:nvPr>
            <p:ph/>
          </p:nvPr>
        </p:nvSpPr>
        <p:spPr>
          <a:xfrm>
            <a:off x="983520" y="1825560"/>
            <a:ext cx="10370160" cy="4350960"/>
          </a:xfrm>
          <a:prstGeom prst="rect">
            <a:avLst/>
          </a:prstGeom>
          <a:noFill/>
          <a:ln w="0">
            <a:noFill/>
          </a:ln>
        </p:spPr>
        <p:txBody>
          <a:bodyPr lIns="91440" tIns="45720" rIns="91440" bIns="45720" anchor="t">
            <a:normAutofit lnSpcReduction="9999"/>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Lógica simbólica</a:t>
            </a:r>
          </a:p>
          <a:p>
            <a:pPr marL="685800" lvl="1" indent="-228600" defTabSz="914400">
              <a:lnSpc>
                <a:spcPct val="90000"/>
              </a:lnSpc>
              <a:spcBef>
                <a:spcPts val="499"/>
              </a:spcBef>
              <a:buClr>
                <a:srgbClr val="000000"/>
              </a:buClr>
              <a:buFont typeface="Arial"/>
              <a:buChar char="•"/>
            </a:pPr>
            <a:r>
              <a:rPr lang="pt-BR" sz="1500" b="0" u="none" strike="noStrike">
                <a:solidFill>
                  <a:schemeClr val="dk1"/>
                </a:solidFill>
                <a:effectLst/>
                <a:uFillTx/>
                <a:latin typeface="Arial"/>
              </a:rPr>
              <a:t>A lógica simbólica é um sistema formal que utiliza símbolos, operadores e regras para representar proposições, relações e argumentos de maneira precisa e não ambígua. Ela fornece a linguagem formal usada para expressar o conhecimento.</a:t>
            </a:r>
          </a:p>
          <a:p>
            <a:pPr marL="914400" lvl="2" defTabSz="914400">
              <a:lnSpc>
                <a:spcPct val="100000"/>
              </a:lnSpc>
              <a:buClr>
                <a:srgbClr val="000000"/>
              </a:buClr>
              <a:buFont typeface="Symbol" charset="2"/>
              <a:buChar char=""/>
            </a:pPr>
            <a:r>
              <a:rPr lang="pt-BR" sz="1500" b="0" u="none" strike="noStrike">
                <a:solidFill>
                  <a:schemeClr val="dk1"/>
                </a:solidFill>
                <a:effectLst/>
                <a:uFillTx/>
                <a:latin typeface="Arial"/>
              </a:rPr>
              <a:t>Uso de símbolos como ∧, ∨, ¬, →, ∀, ∃</a:t>
            </a:r>
          </a:p>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Processo de inferência lógica</a:t>
            </a:r>
          </a:p>
          <a:p>
            <a:pPr marL="685800" lvl="1" indent="-228600" defTabSz="914400">
              <a:lnSpc>
                <a:spcPct val="90000"/>
              </a:lnSpc>
              <a:spcBef>
                <a:spcPts val="499"/>
              </a:spcBef>
              <a:buClr>
                <a:srgbClr val="000000"/>
              </a:buClr>
              <a:buFont typeface="Arial"/>
              <a:buChar char="•"/>
            </a:pPr>
            <a:r>
              <a:rPr lang="pt-BR" sz="1500" b="0" u="none" strike="noStrike">
                <a:solidFill>
                  <a:schemeClr val="dk1"/>
                </a:solidFill>
                <a:effectLst/>
                <a:uFillTx/>
                <a:latin typeface="Arial"/>
              </a:rPr>
              <a:t>O processo de inferência lógica é o mecanismo de raciocínio que opera sobre expressões da lógica simbólica para derivar conclusões válidas a partir de fatos e regras já definidos.</a:t>
            </a:r>
          </a:p>
          <a:p>
            <a:pPr marL="685800" lvl="1" indent="-228600" defTabSz="914400">
              <a:lnSpc>
                <a:spcPct val="90000"/>
              </a:lnSpc>
              <a:spcBef>
                <a:spcPts val="499"/>
              </a:spcBef>
              <a:buClr>
                <a:srgbClr val="000000"/>
              </a:buClr>
              <a:buFont typeface="Arial"/>
              <a:buChar char="•"/>
            </a:pPr>
            <a:r>
              <a:rPr lang="pt-BR" sz="1500" b="0" u="none" strike="noStrike">
                <a:solidFill>
                  <a:schemeClr val="dk1"/>
                </a:solidFill>
                <a:effectLst/>
                <a:uFillTx/>
                <a:latin typeface="Arial"/>
              </a:rPr>
              <a:t>É o método de raciocinar (o “como” se chega à conclusão)</a:t>
            </a:r>
          </a:p>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Lógica declarativa</a:t>
            </a:r>
          </a:p>
          <a:p>
            <a:pPr marL="685800" lvl="1" indent="-228600" defTabSz="914400">
              <a:lnSpc>
                <a:spcPct val="90000"/>
              </a:lnSpc>
              <a:spcBef>
                <a:spcPts val="499"/>
              </a:spcBef>
              <a:buClr>
                <a:srgbClr val="000000"/>
              </a:buClr>
              <a:buFont typeface="Arial"/>
              <a:buChar char="•"/>
            </a:pPr>
            <a:r>
              <a:rPr lang="pt-BR" sz="1500" b="0" u="none" strike="noStrike">
                <a:solidFill>
                  <a:schemeClr val="dk1"/>
                </a:solidFill>
                <a:effectLst/>
                <a:uFillTx/>
                <a:latin typeface="Arial"/>
              </a:rPr>
              <a:t>A lógica declarativa (ou paradigma declarativo) é uma abordagem de programação em que o programador descreve o que deve ser resolvido, e não como resolver. Ela se apoia na lógica simbólica para representar o conhecimento e no processo de inferência lógica para obter resultados automaticamente.</a:t>
            </a:r>
          </a:p>
          <a:p>
            <a:pPr marL="685800" lvl="1" indent="-228600" defTabSz="914400">
              <a:lnSpc>
                <a:spcPct val="90000"/>
              </a:lnSpc>
              <a:spcBef>
                <a:spcPts val="499"/>
              </a:spcBef>
              <a:buClr>
                <a:srgbClr val="000000"/>
              </a:buClr>
              <a:buFont typeface="Arial"/>
              <a:buChar char="•"/>
            </a:pPr>
            <a:r>
              <a:rPr lang="pt-BR" sz="1500" b="0" u="none" strike="noStrike">
                <a:solidFill>
                  <a:schemeClr val="dk1"/>
                </a:solidFill>
                <a:effectLst/>
                <a:uFillTx/>
                <a:latin typeface="Arial"/>
              </a:rPr>
              <a:t>Programação lógica (Prolog)</a:t>
            </a:r>
          </a:p>
          <a:p>
            <a:pPr marL="685800" lvl="1" indent="-228600" defTabSz="914400">
              <a:lnSpc>
                <a:spcPct val="90000"/>
              </a:lnSpc>
              <a:spcBef>
                <a:spcPts val="499"/>
              </a:spcBef>
              <a:buClr>
                <a:srgbClr val="000000"/>
              </a:buClr>
              <a:buFont typeface="Arial"/>
              <a:buChar char="•"/>
            </a:pPr>
            <a:r>
              <a:rPr lang="pt-BR" sz="1500" b="0" u="none" strike="noStrike">
                <a:solidFill>
                  <a:schemeClr val="dk1"/>
                </a:solidFill>
                <a:effectLst/>
                <a:uFillTx/>
                <a:latin typeface="Arial"/>
              </a:rPr>
              <a:t>Consultas em SQL</a:t>
            </a:r>
          </a:p>
          <a:p>
            <a:pPr marL="685800" lvl="1" indent="-228600" defTabSz="914400">
              <a:lnSpc>
                <a:spcPct val="90000"/>
              </a:lnSpc>
              <a:spcBef>
                <a:spcPts val="499"/>
              </a:spcBef>
              <a:buClr>
                <a:srgbClr val="000000"/>
              </a:buClr>
              <a:buFont typeface="Arial"/>
              <a:buChar char="•"/>
            </a:pPr>
            <a:r>
              <a:rPr lang="pt-BR" sz="1500" b="0" u="none" strike="noStrike">
                <a:solidFill>
                  <a:schemeClr val="dk1"/>
                </a:solidFill>
                <a:effectLst/>
                <a:uFillTx/>
                <a:latin typeface="Arial"/>
              </a:rPr>
              <a:t>Regras em sistemas especialistas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Linguagens simbólicas e numéricas</a:t>
            </a:r>
            <a:endParaRPr lang="pt-BR" sz="3600" b="0" u="none" strike="noStrike">
              <a:solidFill>
                <a:schemeClr val="dk1"/>
              </a:solidFill>
              <a:effectLst/>
              <a:uFillTx/>
              <a:latin typeface="Aptos"/>
            </a:endParaRPr>
          </a:p>
        </p:txBody>
      </p:sp>
      <p:sp>
        <p:nvSpPr>
          <p:cNvPr id="224" name="PlaceHolder 2"/>
          <p:cNvSpPr>
            <a:spLocks noGrp="1"/>
          </p:cNvSpPr>
          <p:nvPr>
            <p:ph/>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pt-BR" sz="2400" b="1" u="none" strike="noStrike">
                <a:solidFill>
                  <a:schemeClr val="dk1"/>
                </a:solidFill>
                <a:effectLst/>
                <a:uFillTx/>
                <a:latin typeface="Arial"/>
              </a:rPr>
              <a:t>Bytes do código de máquina.</a:t>
            </a:r>
            <a:endParaRPr lang="pt-BR" sz="2400" b="0" u="none" strike="noStrike">
              <a:solidFill>
                <a:schemeClr val="dk1"/>
              </a:solidFill>
              <a:effectLst/>
              <a:uFillTx/>
              <a:latin typeface="Arial"/>
            </a:endParaRPr>
          </a:p>
        </p:txBody>
      </p:sp>
      <p:sp>
        <p:nvSpPr>
          <p:cNvPr id="225" name="PlaceHolder 3"/>
          <p:cNvSpPr>
            <a:spLocks noGrp="1"/>
          </p:cNvSpPr>
          <p:nvPr>
            <p:ph/>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Código objeto.</a:t>
            </a:r>
          </a:p>
        </p:txBody>
      </p:sp>
      <p:sp>
        <p:nvSpPr>
          <p:cNvPr id="226" name="PlaceHolder 4"/>
          <p:cNvSpPr>
            <a:spLocks noGrp="1"/>
          </p:cNvSpPr>
          <p:nvPr>
            <p:ph/>
          </p:nvPr>
        </p:nvSpPr>
        <p:spPr>
          <a:xfrm>
            <a:off x="6172200" y="1681200"/>
            <a:ext cx="57909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pt-BR" sz="2400" b="1" u="none" strike="noStrike">
                <a:solidFill>
                  <a:schemeClr val="dk1"/>
                </a:solidFill>
                <a:effectLst/>
                <a:uFillTx/>
                <a:latin typeface="Arial"/>
              </a:rPr>
              <a:t>Comandos em linguagem simbólica</a:t>
            </a:r>
            <a:endParaRPr lang="pt-BR" sz="2400" b="0" u="none" strike="noStrike">
              <a:solidFill>
                <a:schemeClr val="dk1"/>
              </a:solidFill>
              <a:effectLst/>
              <a:uFillTx/>
              <a:latin typeface="Arial"/>
            </a:endParaRPr>
          </a:p>
        </p:txBody>
      </p:sp>
      <p:sp>
        <p:nvSpPr>
          <p:cNvPr id="227" name="PlaceHolder 5"/>
          <p:cNvSpPr>
            <a:spLocks noGrp="1"/>
          </p:cNvSpPr>
          <p:nvPr>
            <p:ph/>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Programa fonte. (Assembly)</a:t>
            </a:r>
          </a:p>
          <a:p>
            <a:pPr indent="0" defTabSz="914400">
              <a:lnSpc>
                <a:spcPct val="90000"/>
              </a:lnSpc>
              <a:spcBef>
                <a:spcPts val="1001"/>
              </a:spcBef>
              <a:buNone/>
            </a:pPr>
            <a:endParaRPr lang="pt-BR" sz="2800" b="0" u="none" strike="noStrike">
              <a:solidFill>
                <a:schemeClr val="dk1"/>
              </a:solidFill>
              <a:effectLst/>
              <a:uFillTx/>
              <a:latin typeface="Arial"/>
            </a:endParaRPr>
          </a:p>
        </p:txBody>
      </p:sp>
      <p:pic>
        <p:nvPicPr>
          <p:cNvPr id="228" name="Imagem 4" descr="Tabela&#10;&#10;O conteúdo gerado por IA pode estar incorreto."/>
          <p:cNvPicPr/>
          <p:nvPr/>
        </p:nvPicPr>
        <p:blipFill>
          <a:blip r:embed="rId2"/>
          <a:srcRect l="2099" t="41506" r="56250"/>
          <a:stretch/>
        </p:blipFill>
        <p:spPr>
          <a:xfrm>
            <a:off x="1366920" y="3319560"/>
            <a:ext cx="3484080" cy="2531880"/>
          </a:xfrm>
          <a:prstGeom prst="rect">
            <a:avLst/>
          </a:prstGeom>
          <a:noFill/>
          <a:ln w="0">
            <a:noFill/>
          </a:ln>
        </p:spPr>
      </p:pic>
      <p:pic>
        <p:nvPicPr>
          <p:cNvPr id="229" name="Imagem 9" descr="Tabela&#10;&#10;O conteúdo gerado por IA pode estar incorreto."/>
          <p:cNvPicPr/>
          <p:nvPr/>
        </p:nvPicPr>
        <p:blipFill>
          <a:blip r:embed="rId2"/>
          <a:srcRect l="43504" t="35983" r="1732"/>
          <a:stretch/>
        </p:blipFill>
        <p:spPr>
          <a:xfrm>
            <a:off x="6629400" y="3219480"/>
            <a:ext cx="4581000" cy="2771280"/>
          </a:xfrm>
          <a:prstGeom prst="rect">
            <a:avLst/>
          </a:prstGeom>
          <a:noFill/>
          <a:ln w="0">
            <a:noFill/>
          </a:ln>
        </p:spPr>
      </p:pic>
      <p:sp>
        <p:nvSpPr>
          <p:cNvPr id="230" name="Retângulo 10"/>
          <p:cNvSpPr/>
          <p:nvPr/>
        </p:nvSpPr>
        <p:spPr>
          <a:xfrm>
            <a:off x="2617920" y="5351760"/>
            <a:ext cx="2319480" cy="593640"/>
          </a:xfrm>
          <a:prstGeom prst="rect">
            <a:avLst/>
          </a:prstGeom>
          <a:solidFill>
            <a:srgbClr val="F9F9F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31" name="Retângulo 11"/>
          <p:cNvSpPr/>
          <p:nvPr/>
        </p:nvSpPr>
        <p:spPr>
          <a:xfrm>
            <a:off x="8094960" y="5397120"/>
            <a:ext cx="2319480" cy="593640"/>
          </a:xfrm>
          <a:prstGeom prst="rect">
            <a:avLst/>
          </a:prstGeom>
          <a:solidFill>
            <a:srgbClr val="F9F9F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Lógica simbólica</a:t>
            </a:r>
            <a:endParaRPr lang="pt-BR" sz="3600" b="0" u="none" strike="noStrike">
              <a:solidFill>
                <a:schemeClr val="dk1"/>
              </a:solidFill>
              <a:effectLst/>
              <a:uFillTx/>
              <a:latin typeface="Aptos"/>
            </a:endParaRPr>
          </a:p>
        </p:txBody>
      </p:sp>
      <p:sp>
        <p:nvSpPr>
          <p:cNvPr id="233" name="PlaceHolder 2"/>
          <p:cNvSpPr>
            <a:spLocks noGrp="1"/>
          </p:cNvSpPr>
          <p:nvPr>
            <p:ph/>
          </p:nvPr>
        </p:nvSpPr>
        <p:spPr>
          <a:xfrm>
            <a:off x="983520" y="1825560"/>
            <a:ext cx="1037016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Pode ser utilizada para atender às três necessidades da lógica formal:</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Expressar proposições;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Expressar relações entre proposições;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Descrever como novas proposições podem ser inferidas a partir de outras proposições consideradas verdadeiras.</a:t>
            </a:r>
          </a:p>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A forma particular de lógica simbólica utilizada na programação lógica é chamada de </a:t>
            </a:r>
            <a:r>
              <a:rPr lang="pt-BR" sz="2800" b="0" u="none" strike="noStrike">
                <a:solidFill>
                  <a:srgbClr val="FF0000"/>
                </a:solidFill>
                <a:effectLst/>
                <a:uFillTx/>
                <a:latin typeface="Arial"/>
              </a:rPr>
              <a:t>cálculo de predicados de primeira ordem.</a:t>
            </a:r>
            <a:endParaRPr lang="pt-BR" sz="2800" b="0" u="none" strike="noStrike">
              <a:solidFill>
                <a:schemeClr val="dk1"/>
              </a:solidFill>
              <a:effectLst/>
              <a:uFillTx/>
              <a:latin typeface="Arial"/>
            </a:endParaRPr>
          </a:p>
          <a:p>
            <a:pPr indent="0" defTabSz="914400">
              <a:lnSpc>
                <a:spcPct val="90000"/>
              </a:lnSpc>
              <a:spcBef>
                <a:spcPts val="1001"/>
              </a:spcBef>
              <a:buNone/>
            </a:pPr>
            <a:endParaRPr lang="pt-BR" sz="2800" b="0" u="none" strike="noStrike">
              <a:solidFill>
                <a:schemeClr val="dk1"/>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Cálculo de predicados </a:t>
            </a:r>
            <a:endParaRPr lang="pt-BR" sz="3600" b="0" u="none" strike="noStrike">
              <a:solidFill>
                <a:schemeClr val="dk1"/>
              </a:solidFill>
              <a:effectLst/>
              <a:uFillTx/>
              <a:latin typeface="Aptos"/>
            </a:endParaRPr>
          </a:p>
        </p:txBody>
      </p:sp>
      <p:graphicFrame>
        <p:nvGraphicFramePr>
          <p:cNvPr id="235" name="Diagram4"/>
          <p:cNvGraphicFramePr/>
          <p:nvPr>
            <p:extLst>
              <p:ext uri="{D42A27DB-BD31-4B8C-83A1-F6EECF244321}">
                <p14:modId xmlns:p14="http://schemas.microsoft.com/office/powerpoint/2010/main" val="3759438452"/>
              </p:ext>
            </p:extLst>
          </p:nvPr>
        </p:nvGraphicFramePr>
        <p:xfrm>
          <a:off x="983520" y="1825560"/>
          <a:ext cx="10370160" cy="4350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pt-BR" sz="6000" b="1" u="none" strike="noStrike">
                <a:solidFill>
                  <a:srgbClr val="000050"/>
                </a:solidFill>
                <a:effectLst/>
                <a:uFillTx/>
                <a:latin typeface="Arial"/>
              </a:rPr>
              <a:t>Programação lógica:</a:t>
            </a:r>
            <a:endParaRPr lang="pt-BR" sz="6000" b="0" u="none" strike="noStrike">
              <a:solidFill>
                <a:schemeClr val="dk1"/>
              </a:solidFill>
              <a:effectLst/>
              <a:uFillTx/>
              <a:latin typeface="Aptos"/>
            </a:endParaRPr>
          </a:p>
        </p:txBody>
      </p:sp>
      <p:sp>
        <p:nvSpPr>
          <p:cNvPr id="237"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pt-BR" sz="2400" b="1" u="none" strike="noStrike">
                <a:solidFill>
                  <a:schemeClr val="dk1"/>
                </a:solidFill>
                <a:effectLst/>
                <a:uFillTx/>
                <a:latin typeface="Arial"/>
              </a:rPr>
              <a:t>Exemplo</a:t>
            </a:r>
            <a:endParaRPr lang="pt-BR" sz="24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rmAutofit/>
          </a:bodyPr>
          <a:lstStyle/>
          <a:p>
            <a:pPr indent="0" defTabSz="914400">
              <a:lnSpc>
                <a:spcPct val="90000"/>
              </a:lnSpc>
              <a:buNone/>
            </a:pPr>
            <a:r>
              <a:rPr lang="pt-BR" sz="3600" b="1" u="none" strike="noStrike">
                <a:solidFill>
                  <a:srgbClr val="000050"/>
                </a:solidFill>
                <a:effectLst/>
                <a:uFillTx/>
                <a:latin typeface="Arial"/>
              </a:rPr>
              <a:t>Programação lógica: </a:t>
            </a:r>
            <a:r>
              <a:rPr lang="pt-BR" sz="3600" b="1" u="none" strike="noStrike">
                <a:solidFill>
                  <a:srgbClr val="FF0000"/>
                </a:solidFill>
                <a:effectLst/>
                <a:uFillTx/>
                <a:latin typeface="Arial"/>
              </a:rPr>
              <a:t>Proposição</a:t>
            </a:r>
            <a:br>
              <a:rPr sz="3600"/>
            </a:br>
            <a:r>
              <a:rPr lang="pt-BR" sz="3600" b="1" u="none" strike="noStrike">
                <a:solidFill>
                  <a:srgbClr val="000050"/>
                </a:solidFill>
                <a:effectLst/>
                <a:uFillTx/>
                <a:latin typeface="Arial"/>
              </a:rPr>
              <a:t>predicado(argumentos)</a:t>
            </a:r>
            <a:endParaRPr lang="pt-BR" sz="3600" b="0" u="none" strike="noStrike">
              <a:solidFill>
                <a:schemeClr val="dk1"/>
              </a:solidFill>
              <a:effectLst/>
              <a:uFillTx/>
              <a:latin typeface="Aptos"/>
            </a:endParaRPr>
          </a:p>
        </p:txBody>
      </p:sp>
      <p:sp>
        <p:nvSpPr>
          <p:cNvPr id="239" name="PlaceHolder 2"/>
          <p:cNvSpPr>
            <a:spLocks noGrp="1"/>
          </p:cNvSpPr>
          <p:nvPr>
            <p:ph/>
          </p:nvPr>
        </p:nvSpPr>
        <p:spPr>
          <a:xfrm>
            <a:off x="4329000" y="2639520"/>
            <a:ext cx="3809520" cy="3231720"/>
          </a:xfrm>
          <a:prstGeom prst="rect">
            <a:avLst/>
          </a:prstGeom>
          <a:noFill/>
          <a:ln w="0">
            <a:noFill/>
          </a:ln>
        </p:spPr>
        <p:txBody>
          <a:bodyPr lIns="91440" tIns="45720" rIns="91440" bIns="45720" numCol="1" spcCol="0" anchor="t">
            <a:normAutofit/>
          </a:bodyPr>
          <a:lstStyle/>
          <a:p>
            <a:pPr indent="0" defTabSz="914400">
              <a:lnSpc>
                <a:spcPct val="90000"/>
              </a:lnSpc>
              <a:spcBef>
                <a:spcPts val="1001"/>
              </a:spcBef>
              <a:buNone/>
              <a:tabLst>
                <a:tab pos="0" algn="l"/>
              </a:tabLst>
            </a:pPr>
            <a:r>
              <a:rPr lang="en-US" sz="2000" b="0" u="none" strike="noStrike">
                <a:solidFill>
                  <a:schemeClr val="dk1"/>
                </a:solidFill>
                <a:effectLst/>
                <a:uFillTx/>
                <a:latin typeface="Arial"/>
              </a:rPr>
              <a:t>professor(richard).</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gosta(richard, jogo).</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gosta(richard, musica).</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jogo(bg3).</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jogo(bf6).</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musica(rock).</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banda(scorpions).</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genero(scorpions, rock).</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endParaRPr lang="pt-BR" sz="2000" b="0" u="none" strike="noStrike">
              <a:solidFill>
                <a:schemeClr val="dk1"/>
              </a:solidFill>
              <a:effectLst/>
              <a:uFillTx/>
              <a:latin typeface="Arial"/>
            </a:endParaRPr>
          </a:p>
        </p:txBody>
      </p:sp>
      <p:cxnSp>
        <p:nvCxnSpPr>
          <p:cNvPr id="240" name="Conector de Seta Reta 7"/>
          <p:cNvCxnSpPr>
            <a:stCxn id="241" idx="3"/>
          </p:cNvCxnSpPr>
          <p:nvPr/>
        </p:nvCxnSpPr>
        <p:spPr>
          <a:xfrm flipV="1">
            <a:off x="3023280" y="3238920"/>
            <a:ext cx="1339200" cy="421200"/>
          </a:xfrm>
          <a:prstGeom prst="straightConnector1">
            <a:avLst/>
          </a:prstGeom>
          <a:ln>
            <a:solidFill>
              <a:srgbClr val="156082"/>
            </a:solidFill>
            <a:tailEnd type="triangle" w="med" len="med"/>
          </a:ln>
        </p:spPr>
      </p:cxnSp>
      <p:sp>
        <p:nvSpPr>
          <p:cNvPr id="241" name="CaixaDeTexto 8"/>
          <p:cNvSpPr/>
          <p:nvPr/>
        </p:nvSpPr>
        <p:spPr>
          <a:xfrm>
            <a:off x="1338120" y="3429000"/>
            <a:ext cx="1685160" cy="4611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pt-BR" sz="2400" b="0" u="none" strike="noStrike">
                <a:solidFill>
                  <a:srgbClr val="FF0000"/>
                </a:solidFill>
                <a:effectLst/>
                <a:uFillTx/>
                <a:latin typeface="Aptos"/>
              </a:rPr>
              <a:t>proposição</a:t>
            </a:r>
            <a:endParaRPr lang="pt-BR" sz="2400" b="0" u="none" strike="noStrike">
              <a:solidFill>
                <a:srgbClr val="000000"/>
              </a:solidFill>
              <a:effectLst/>
              <a:uFillTx/>
              <a:latin typeface="Arial"/>
            </a:endParaRPr>
          </a:p>
        </p:txBody>
      </p:sp>
      <p:cxnSp>
        <p:nvCxnSpPr>
          <p:cNvPr id="242" name="Conector de Seta Reta 11"/>
          <p:cNvCxnSpPr>
            <a:stCxn id="241" idx="3"/>
          </p:cNvCxnSpPr>
          <p:nvPr/>
        </p:nvCxnSpPr>
        <p:spPr>
          <a:xfrm flipV="1">
            <a:off x="3023280" y="2833200"/>
            <a:ext cx="1272600" cy="826920"/>
          </a:xfrm>
          <a:prstGeom prst="straightConnector1">
            <a:avLst/>
          </a:prstGeom>
          <a:ln>
            <a:solidFill>
              <a:srgbClr val="156082"/>
            </a:solidFill>
            <a:tailEnd type="triangle" w="med" len="med"/>
          </a:ln>
        </p:spPr>
      </p:cxnSp>
      <p:cxnSp>
        <p:nvCxnSpPr>
          <p:cNvPr id="243" name="Conector de Seta Reta 12"/>
          <p:cNvCxnSpPr>
            <a:stCxn id="241" idx="3"/>
          </p:cNvCxnSpPr>
          <p:nvPr/>
        </p:nvCxnSpPr>
        <p:spPr>
          <a:xfrm flipV="1">
            <a:off x="3023280" y="3656880"/>
            <a:ext cx="1272600" cy="3240"/>
          </a:xfrm>
          <a:prstGeom prst="straightConnector1">
            <a:avLst/>
          </a:prstGeom>
          <a:ln>
            <a:solidFill>
              <a:srgbClr val="156082"/>
            </a:solidFill>
            <a:tailEnd type="triangle" w="med" len="med"/>
          </a:ln>
        </p:spPr>
      </p:cxnSp>
      <p:cxnSp>
        <p:nvCxnSpPr>
          <p:cNvPr id="244" name="Conector de Seta Reta 13"/>
          <p:cNvCxnSpPr>
            <a:stCxn id="241" idx="3"/>
          </p:cNvCxnSpPr>
          <p:nvPr/>
        </p:nvCxnSpPr>
        <p:spPr>
          <a:xfrm>
            <a:off x="3023280" y="3659760"/>
            <a:ext cx="1272600" cy="366840"/>
          </a:xfrm>
          <a:prstGeom prst="straightConnector1">
            <a:avLst/>
          </a:prstGeom>
          <a:ln>
            <a:solidFill>
              <a:srgbClr val="156082"/>
            </a:solidFill>
            <a:tailEnd type="triangle" w="med" len="med"/>
          </a:ln>
        </p:spPr>
      </p:cxnSp>
      <p:cxnSp>
        <p:nvCxnSpPr>
          <p:cNvPr id="245" name="Conector de Seta Reta 14"/>
          <p:cNvCxnSpPr>
            <a:stCxn id="241" idx="3"/>
          </p:cNvCxnSpPr>
          <p:nvPr/>
        </p:nvCxnSpPr>
        <p:spPr>
          <a:xfrm>
            <a:off x="3023280" y="3659760"/>
            <a:ext cx="1272600" cy="798120"/>
          </a:xfrm>
          <a:prstGeom prst="straightConnector1">
            <a:avLst/>
          </a:prstGeom>
          <a:ln>
            <a:solidFill>
              <a:srgbClr val="156082"/>
            </a:solidFill>
            <a:tailEnd type="triangle" w="med" len="med"/>
          </a:ln>
        </p:spPr>
      </p:cxnSp>
      <p:cxnSp>
        <p:nvCxnSpPr>
          <p:cNvPr id="246" name="Conector de Seta Reta 15"/>
          <p:cNvCxnSpPr>
            <a:stCxn id="241" idx="3"/>
          </p:cNvCxnSpPr>
          <p:nvPr/>
        </p:nvCxnSpPr>
        <p:spPr>
          <a:xfrm>
            <a:off x="3023280" y="3659760"/>
            <a:ext cx="1306080" cy="1191600"/>
          </a:xfrm>
          <a:prstGeom prst="straightConnector1">
            <a:avLst/>
          </a:prstGeom>
          <a:ln>
            <a:solidFill>
              <a:srgbClr val="156082"/>
            </a:solidFill>
            <a:tailEnd type="triangle" w="med" len="med"/>
          </a:ln>
        </p:spPr>
      </p:cxnSp>
      <p:cxnSp>
        <p:nvCxnSpPr>
          <p:cNvPr id="247" name="Conector de Seta Reta 16"/>
          <p:cNvCxnSpPr>
            <a:stCxn id="241" idx="3"/>
          </p:cNvCxnSpPr>
          <p:nvPr/>
        </p:nvCxnSpPr>
        <p:spPr>
          <a:xfrm>
            <a:off x="3023280" y="3659760"/>
            <a:ext cx="1272600" cy="1550880"/>
          </a:xfrm>
          <a:prstGeom prst="straightConnector1">
            <a:avLst/>
          </a:prstGeom>
          <a:ln>
            <a:solidFill>
              <a:srgbClr val="156082"/>
            </a:solidFill>
            <a:tailEnd type="triangle" w="med" len="med"/>
          </a:ln>
        </p:spPr>
      </p:cxnSp>
      <p:cxnSp>
        <p:nvCxnSpPr>
          <p:cNvPr id="248" name="Conector de Seta Reta 17"/>
          <p:cNvCxnSpPr>
            <a:stCxn id="241" idx="3"/>
          </p:cNvCxnSpPr>
          <p:nvPr/>
        </p:nvCxnSpPr>
        <p:spPr>
          <a:xfrm>
            <a:off x="3023280" y="3659760"/>
            <a:ext cx="1306080" cy="2007360"/>
          </a:xfrm>
          <a:prstGeom prst="straightConnector1">
            <a:avLst/>
          </a:prstGeom>
          <a:ln>
            <a:solidFill>
              <a:srgbClr val="156082"/>
            </a:solidFill>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rmAutofit/>
          </a:bodyPr>
          <a:lstStyle/>
          <a:p>
            <a:pPr indent="0" defTabSz="914400">
              <a:lnSpc>
                <a:spcPct val="90000"/>
              </a:lnSpc>
              <a:buNone/>
            </a:pPr>
            <a:r>
              <a:rPr lang="pt-BR" sz="3600" b="1" u="none" strike="noStrike">
                <a:solidFill>
                  <a:srgbClr val="000050"/>
                </a:solidFill>
                <a:effectLst/>
                <a:uFillTx/>
                <a:latin typeface="Arial"/>
              </a:rPr>
              <a:t>Programação lógica: </a:t>
            </a:r>
            <a:r>
              <a:rPr lang="pt-BR" sz="3600" b="1" u="none" strike="noStrike">
                <a:solidFill>
                  <a:srgbClr val="FF0000"/>
                </a:solidFill>
                <a:effectLst/>
                <a:uFillTx/>
                <a:latin typeface="Arial"/>
              </a:rPr>
              <a:t>Regra</a:t>
            </a:r>
            <a:br>
              <a:rPr sz="3600"/>
            </a:br>
            <a:r>
              <a:rPr lang="pt-BR" sz="3600" b="1" u="none" strike="noStrike">
                <a:solidFill>
                  <a:srgbClr val="000050"/>
                </a:solidFill>
                <a:effectLst/>
                <a:uFillTx/>
                <a:latin typeface="Arial"/>
              </a:rPr>
              <a:t> Cabeça :- Corpo.</a:t>
            </a:r>
            <a:endParaRPr lang="pt-BR" sz="3600" b="0" u="none" strike="noStrike">
              <a:solidFill>
                <a:schemeClr val="dk1"/>
              </a:solidFill>
              <a:effectLst/>
              <a:uFillTx/>
              <a:latin typeface="Aptos"/>
            </a:endParaRPr>
          </a:p>
        </p:txBody>
      </p:sp>
      <p:sp>
        <p:nvSpPr>
          <p:cNvPr id="250" name="Espaço Reservado para Conteúdo 2"/>
          <p:cNvSpPr/>
          <p:nvPr/>
        </p:nvSpPr>
        <p:spPr>
          <a:xfrm>
            <a:off x="3657600" y="1841400"/>
            <a:ext cx="4066920" cy="4755960"/>
          </a:xfrm>
          <a:prstGeom prst="rect">
            <a:avLst/>
          </a:prstGeom>
          <a:noFill/>
          <a:ln w="0">
            <a:noFill/>
          </a:ln>
        </p:spPr>
        <p:style>
          <a:lnRef idx="0">
            <a:scrgbClr r="0" g="0" b="0"/>
          </a:lnRef>
          <a:fillRef idx="0">
            <a:scrgbClr r="0" g="0" b="0"/>
          </a:fillRef>
          <a:effectRef idx="0">
            <a:scrgbClr r="0" g="0" b="0"/>
          </a:effectRef>
          <a:fontRef idx="minor"/>
        </p:style>
        <p:txBody>
          <a:bodyPr numCol="1" spcCol="0" anchor="t">
            <a:normAutofit/>
          </a:bodyPr>
          <a:lstStyle/>
          <a:p>
            <a:pPr defTabSz="914400">
              <a:lnSpc>
                <a:spcPct val="90000"/>
              </a:lnSpc>
              <a:spcBef>
                <a:spcPts val="1001"/>
              </a:spcBef>
              <a:tabLst>
                <a:tab pos="0" algn="l"/>
              </a:tabLst>
            </a:pPr>
            <a:endParaRPr lang="en-US" sz="1800" b="0" u="none" strike="noStrike">
              <a:solidFill>
                <a:schemeClr val="dk1"/>
              </a:solidFill>
              <a:effectLst/>
              <a:uFillTx/>
              <a:latin typeface="Arial"/>
            </a:endParaRPr>
          </a:p>
        </p:txBody>
      </p:sp>
      <p:sp>
        <p:nvSpPr>
          <p:cNvPr id="251" name="PlaceHolder 2"/>
          <p:cNvSpPr>
            <a:spLocks noGrp="1"/>
          </p:cNvSpPr>
          <p:nvPr>
            <p:ph/>
          </p:nvPr>
        </p:nvSpPr>
        <p:spPr>
          <a:xfrm>
            <a:off x="983520" y="1841400"/>
            <a:ext cx="10370160" cy="43351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pt-BR" sz="1800" b="0" u="none" strike="noStrike">
                <a:solidFill>
                  <a:schemeClr val="dk1"/>
                </a:solidFill>
                <a:effectLst/>
                <a:uFillTx/>
                <a:latin typeface="Arial"/>
              </a:rPr>
              <a:t>gosta_de_banda(Pessoa, Banda) :-</a:t>
            </a:r>
          </a:p>
          <a:p>
            <a:pPr marL="457200" indent="0" defTabSz="914400">
              <a:lnSpc>
                <a:spcPct val="90000"/>
              </a:lnSpc>
              <a:spcBef>
                <a:spcPts val="499"/>
              </a:spcBef>
              <a:buNone/>
              <a:tabLst>
                <a:tab pos="0" algn="l"/>
              </a:tabLst>
            </a:pPr>
            <a:r>
              <a:rPr lang="pt-BR" sz="1800" b="0" u="none" strike="noStrike">
                <a:solidFill>
                  <a:schemeClr val="dk1"/>
                </a:solidFill>
                <a:effectLst/>
                <a:uFillTx/>
                <a:latin typeface="Arial"/>
              </a:rPr>
              <a:t>gosta(Pessoa, musica),</a:t>
            </a:r>
          </a:p>
          <a:p>
            <a:pPr marL="457200" indent="0" defTabSz="914400">
              <a:lnSpc>
                <a:spcPct val="90000"/>
              </a:lnSpc>
              <a:spcBef>
                <a:spcPts val="499"/>
              </a:spcBef>
              <a:buNone/>
              <a:tabLst>
                <a:tab pos="0" algn="l"/>
              </a:tabLst>
            </a:pPr>
            <a:r>
              <a:rPr lang="pt-BR" sz="1800" b="0" u="none" strike="noStrike">
                <a:solidFill>
                  <a:schemeClr val="dk1"/>
                </a:solidFill>
                <a:effectLst/>
                <a:uFillTx/>
                <a:latin typeface="Arial"/>
              </a:rPr>
              <a:t>genero(Banda, rock).</a:t>
            </a:r>
          </a:p>
          <a:p>
            <a:pPr indent="0" defTabSz="914400">
              <a:lnSpc>
                <a:spcPct val="90000"/>
              </a:lnSpc>
              <a:spcBef>
                <a:spcPts val="1001"/>
              </a:spcBef>
              <a:buNone/>
              <a:tabLst>
                <a:tab pos="0" algn="l"/>
              </a:tabLst>
            </a:pPr>
            <a:r>
              <a:rPr lang="en-US" sz="1800" b="0" u="none" strike="noStrike">
                <a:solidFill>
                  <a:schemeClr val="dk1"/>
                </a:solidFill>
                <a:effectLst/>
                <a:uFillTx/>
                <a:latin typeface="Arial"/>
              </a:rPr>
              <a:t>gosta_de_jogo(Pessoa,Jogo):-</a:t>
            </a:r>
            <a:endParaRPr lang="pt-BR" sz="1800" b="0" u="none" strike="noStrike">
              <a:solidFill>
                <a:schemeClr val="dk1"/>
              </a:solidFill>
              <a:effectLst/>
              <a:uFillTx/>
              <a:latin typeface="Arial"/>
            </a:endParaRPr>
          </a:p>
          <a:p>
            <a:pPr marL="457200" indent="0" defTabSz="914400">
              <a:lnSpc>
                <a:spcPct val="90000"/>
              </a:lnSpc>
              <a:spcBef>
                <a:spcPts val="499"/>
              </a:spcBef>
              <a:buNone/>
              <a:tabLst>
                <a:tab pos="0" algn="l"/>
              </a:tabLst>
            </a:pPr>
            <a:r>
              <a:rPr lang="en-US" sz="1800" b="0" u="none" strike="noStrike">
                <a:solidFill>
                  <a:schemeClr val="dk1"/>
                </a:solidFill>
                <a:effectLst/>
                <a:uFillTx/>
                <a:latin typeface="Arial"/>
              </a:rPr>
              <a:t>gosta(Pessoa,jogo),</a:t>
            </a:r>
            <a:endParaRPr lang="pt-BR" sz="1800" b="0" u="none" strike="noStrike">
              <a:solidFill>
                <a:schemeClr val="dk1"/>
              </a:solidFill>
              <a:effectLst/>
              <a:uFillTx/>
              <a:latin typeface="Arial"/>
            </a:endParaRPr>
          </a:p>
          <a:p>
            <a:pPr marL="457200" indent="0" defTabSz="914400">
              <a:lnSpc>
                <a:spcPct val="90000"/>
              </a:lnSpc>
              <a:spcBef>
                <a:spcPts val="499"/>
              </a:spcBef>
              <a:buNone/>
              <a:tabLst>
                <a:tab pos="0" algn="l"/>
              </a:tabLst>
            </a:pPr>
            <a:r>
              <a:rPr lang="en-US" sz="1800" b="0" u="none" strike="noStrike">
                <a:solidFill>
                  <a:schemeClr val="dk1"/>
                </a:solidFill>
                <a:effectLst/>
                <a:uFillTx/>
                <a:latin typeface="Arial"/>
              </a:rPr>
              <a:t>jogo(Jogo).</a:t>
            </a:r>
            <a:endParaRPr lang="pt-BR" sz="1800" b="0" u="none" strike="noStrike">
              <a:solidFill>
                <a:schemeClr val="dk1"/>
              </a:solidFill>
              <a:effectLst/>
              <a:uFillTx/>
              <a:latin typeface="Arial"/>
            </a:endParaRPr>
          </a:p>
          <a:p>
            <a:pPr indent="0" defTabSz="914400">
              <a:lnSpc>
                <a:spcPct val="90000"/>
              </a:lnSpc>
              <a:spcBef>
                <a:spcPts val="1001"/>
              </a:spcBef>
              <a:buNone/>
              <a:tabLst>
                <a:tab pos="0" algn="l"/>
              </a:tabLst>
            </a:pPr>
            <a:endParaRPr lang="pt-BR" sz="2800" b="0" u="none" strike="noStrike">
              <a:solidFill>
                <a:schemeClr val="dk1"/>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PlaceHolder 1"/>
          <p:cNvSpPr>
            <a:spLocks noGrp="1"/>
          </p:cNvSpPr>
          <p:nvPr>
            <p:ph/>
          </p:nvPr>
        </p:nvSpPr>
        <p:spPr>
          <a:xfrm>
            <a:off x="983520" y="1825560"/>
            <a:ext cx="1037016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pt-BR" sz="2400" b="0" u="none" strike="noStrike">
                <a:solidFill>
                  <a:schemeClr val="dk1"/>
                </a:solidFill>
                <a:effectLst/>
                <a:uFillTx/>
                <a:latin typeface="Arial"/>
              </a:rPr>
              <a:t>?- gosta_de_banda(richard, Banda).</a:t>
            </a:r>
          </a:p>
          <a:p>
            <a:pPr marL="685800" lvl="1"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Resposta =</a:t>
            </a:r>
          </a:p>
          <a:p>
            <a:pPr marL="1143000" lvl="2"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Banda = scorpions.</a:t>
            </a:r>
          </a:p>
          <a:p>
            <a:pPr marL="228600" indent="-228600" defTabSz="914400">
              <a:lnSpc>
                <a:spcPct val="90000"/>
              </a:lnSpc>
              <a:spcBef>
                <a:spcPts val="1001"/>
              </a:spcBef>
              <a:buClr>
                <a:srgbClr val="000000"/>
              </a:buClr>
              <a:buFont typeface="Arial"/>
              <a:buChar char="•"/>
            </a:pPr>
            <a:r>
              <a:rPr lang="pt-BR" sz="2400" b="0" u="none" strike="noStrike">
                <a:solidFill>
                  <a:schemeClr val="dk1"/>
                </a:solidFill>
                <a:effectLst/>
                <a:uFillTx/>
                <a:latin typeface="Arial"/>
              </a:rPr>
              <a:t>?- </a:t>
            </a:r>
            <a:r>
              <a:rPr lang="en-US" sz="2400" b="0" u="none" strike="noStrike">
                <a:solidFill>
                  <a:schemeClr val="dk1"/>
                </a:solidFill>
                <a:effectLst/>
                <a:uFillTx/>
                <a:latin typeface="Arial"/>
              </a:rPr>
              <a:t>gosta_de_jogo</a:t>
            </a:r>
            <a:r>
              <a:rPr lang="pt-BR" sz="2400" b="0" u="none" strike="noStrike">
                <a:solidFill>
                  <a:schemeClr val="dk1"/>
                </a:solidFill>
                <a:effectLst/>
                <a:uFillTx/>
                <a:latin typeface="Arial"/>
              </a:rPr>
              <a:t>(richard, Jogo).</a:t>
            </a:r>
          </a:p>
          <a:p>
            <a:pPr marL="685800" lvl="1"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Resposa =</a:t>
            </a:r>
          </a:p>
          <a:p>
            <a:pPr marL="1143000" lvl="2"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Jogo = </a:t>
            </a:r>
            <a:r>
              <a:rPr lang="en-US" sz="1800" b="0" u="none" strike="noStrike">
                <a:solidFill>
                  <a:schemeClr val="dk1"/>
                </a:solidFill>
                <a:effectLst/>
                <a:uFillTx/>
                <a:latin typeface="Arial"/>
              </a:rPr>
              <a:t>bg3</a:t>
            </a:r>
            <a:r>
              <a:rPr lang="pt-BR" sz="1800" b="0" u="none" strike="noStrike">
                <a:solidFill>
                  <a:schemeClr val="dk1"/>
                </a:solidFill>
                <a:effectLst/>
                <a:uFillTx/>
                <a:latin typeface="Arial"/>
              </a:rPr>
              <a:t> </a:t>
            </a:r>
          </a:p>
          <a:p>
            <a:pPr marL="1143000" lvl="2"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Jogo = </a:t>
            </a:r>
            <a:r>
              <a:rPr lang="en-US" sz="1800" b="0" u="none" strike="noStrike">
                <a:solidFill>
                  <a:schemeClr val="dk1"/>
                </a:solidFill>
                <a:effectLst/>
                <a:uFillTx/>
                <a:latin typeface="Arial"/>
              </a:rPr>
              <a:t>bf6</a:t>
            </a:r>
            <a:endParaRPr lang="pt-BR" sz="1800" b="0" u="none" strike="noStrike">
              <a:solidFill>
                <a:schemeClr val="dk1"/>
              </a:solidFill>
              <a:effectLst/>
              <a:uFillTx/>
              <a:latin typeface="Arial"/>
            </a:endParaRPr>
          </a:p>
          <a:p>
            <a:pPr indent="0" defTabSz="914400">
              <a:lnSpc>
                <a:spcPct val="90000"/>
              </a:lnSpc>
              <a:spcBef>
                <a:spcPts val="1001"/>
              </a:spcBef>
              <a:buNone/>
            </a:pPr>
            <a:endParaRPr lang="pt-BR" sz="2800" b="0" u="none" strike="noStrike">
              <a:solidFill>
                <a:schemeClr val="dk1"/>
              </a:solidFill>
              <a:effectLst/>
              <a:uFillTx/>
              <a:latin typeface="Arial"/>
            </a:endParaRPr>
          </a:p>
        </p:txBody>
      </p:sp>
      <p:sp>
        <p:nvSpPr>
          <p:cNvPr id="253" name="PlaceHolder 2"/>
          <p:cNvSpPr>
            <a:spLocks noGrp="1"/>
          </p:cNvSpPr>
          <p:nvPr>
            <p:ph type="title"/>
          </p:nvPr>
        </p:nvSpPr>
        <p:spPr>
          <a:xfrm>
            <a:off x="983520" y="365040"/>
            <a:ext cx="10370160" cy="1325160"/>
          </a:xfrm>
          <a:prstGeom prst="rect">
            <a:avLst/>
          </a:prstGeom>
          <a:noFill/>
          <a:ln w="0">
            <a:noFill/>
          </a:ln>
        </p:spPr>
        <p:txBody>
          <a:bodyPr lIns="91440" tIns="45720" rIns="91440" bIns="45720" anchor="ctr">
            <a:normAutofit/>
          </a:bodyPr>
          <a:lstStyle/>
          <a:p>
            <a:pPr indent="0" defTabSz="914400">
              <a:lnSpc>
                <a:spcPct val="90000"/>
              </a:lnSpc>
              <a:buNone/>
            </a:pPr>
            <a:r>
              <a:rPr lang="pt-BR" sz="3600" b="1" u="none" strike="noStrike">
                <a:solidFill>
                  <a:srgbClr val="000050"/>
                </a:solidFill>
                <a:effectLst/>
                <a:uFillTx/>
                <a:latin typeface="Arial"/>
              </a:rPr>
              <a:t>Programação lógica: </a:t>
            </a:r>
            <a:r>
              <a:rPr lang="pt-BR" sz="3600" b="1" u="none" strike="noStrike">
                <a:solidFill>
                  <a:srgbClr val="FF0000"/>
                </a:solidFill>
                <a:effectLst/>
                <a:uFillTx/>
                <a:latin typeface="Arial"/>
              </a:rPr>
              <a:t>Consulta</a:t>
            </a:r>
            <a:br>
              <a:rPr sz="3600"/>
            </a:br>
            <a:r>
              <a:rPr lang="pt-BR" sz="3600" b="1" u="none" strike="noStrike">
                <a:solidFill>
                  <a:srgbClr val="000050"/>
                </a:solidFill>
                <a:effectLst/>
                <a:uFillTx/>
                <a:latin typeface="Arial"/>
              </a:rPr>
              <a:t>?- predicado(argumentos).</a:t>
            </a:r>
            <a:endParaRPr lang="pt-BR" sz="3600" b="0" u="none" strike="noStrike">
              <a:solidFill>
                <a:schemeClr val="dk1"/>
              </a:solidFill>
              <a:effectLst/>
              <a:uFillTx/>
              <a:latin typeface="Aptos"/>
            </a:endParaRPr>
          </a:p>
        </p:txBody>
      </p:sp>
      <p:sp>
        <p:nvSpPr>
          <p:cNvPr id="254" name="Espaço Reservado para Conteúdo 2"/>
          <p:cNvSpPr/>
          <p:nvPr/>
        </p:nvSpPr>
        <p:spPr>
          <a:xfrm>
            <a:off x="8229600" y="1825560"/>
            <a:ext cx="3809520" cy="1793520"/>
          </a:xfrm>
          <a:prstGeom prst="rect">
            <a:avLst/>
          </a:prstGeom>
          <a:noFill/>
          <a:ln w="0">
            <a:noFill/>
          </a:ln>
        </p:spPr>
        <p:style>
          <a:lnRef idx="0">
            <a:scrgbClr r="0" g="0" b="0"/>
          </a:lnRef>
          <a:fillRef idx="0">
            <a:scrgbClr r="0" g="0" b="0"/>
          </a:fillRef>
          <a:effectRef idx="0">
            <a:scrgbClr r="0" g="0" b="0"/>
          </a:effectRef>
          <a:fontRef idx="minor"/>
        </p:style>
        <p:txBody>
          <a:bodyPr numCol="1" spcCol="0" anchor="t">
            <a:normAutofit/>
          </a:bodyPr>
          <a:lstStyle/>
          <a:p>
            <a:pPr defTabSz="914400">
              <a:lnSpc>
                <a:spcPct val="90000"/>
              </a:lnSpc>
              <a:spcBef>
                <a:spcPts val="1001"/>
              </a:spcBef>
            </a:pPr>
            <a:endParaRPr lang="pt-BR" sz="1200" b="0" u="none" strike="noStrike">
              <a:solidFill>
                <a:schemeClr val="dk1"/>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983520" y="365040"/>
            <a:ext cx="10716840" cy="1325160"/>
          </a:xfrm>
          <a:prstGeom prst="rect">
            <a:avLst/>
          </a:prstGeom>
          <a:noFill/>
          <a:ln w="0">
            <a:noFill/>
          </a:ln>
        </p:spPr>
        <p:txBody>
          <a:bodyPr lIns="91440" tIns="45720" rIns="91440" bIns="45720" anchor="ctr">
            <a:normAutofit/>
          </a:bodyPr>
          <a:lstStyle/>
          <a:p>
            <a:pPr indent="0" defTabSz="914400">
              <a:lnSpc>
                <a:spcPct val="90000"/>
              </a:lnSpc>
              <a:buNone/>
            </a:pPr>
            <a:r>
              <a:rPr lang="pt-BR" sz="3600" b="1" u="none" strike="noStrike">
                <a:solidFill>
                  <a:srgbClr val="000050"/>
                </a:solidFill>
                <a:effectLst/>
                <a:uFillTx/>
                <a:latin typeface="Arial"/>
              </a:rPr>
              <a:t>O que a programação lógica faz para pergunta 1</a:t>
            </a:r>
            <a:endParaRPr lang="pt-BR" sz="3600" b="0" u="none" strike="noStrike">
              <a:solidFill>
                <a:schemeClr val="dk1"/>
              </a:solidFill>
              <a:effectLst/>
              <a:uFillTx/>
              <a:latin typeface="Aptos"/>
            </a:endParaRPr>
          </a:p>
        </p:txBody>
      </p:sp>
      <p:sp>
        <p:nvSpPr>
          <p:cNvPr id="256" name="PlaceHolder 2"/>
          <p:cNvSpPr>
            <a:spLocks noGrp="1"/>
          </p:cNvSpPr>
          <p:nvPr>
            <p:ph/>
          </p:nvPr>
        </p:nvSpPr>
        <p:spPr>
          <a:xfrm>
            <a:off x="983520" y="1825560"/>
            <a:ext cx="10370160" cy="4350960"/>
          </a:xfrm>
          <a:prstGeom prst="rect">
            <a:avLst/>
          </a:prstGeom>
          <a:noFill/>
          <a:ln w="0">
            <a:noFill/>
          </a:ln>
        </p:spPr>
        <p:txBody>
          <a:bodyPr lIns="91440" tIns="45720" rIns="91440" bIns="45720" anchor="t">
            <a:normAutofit fontScale="85000" lnSpcReduction="19999"/>
          </a:bodyPr>
          <a:lstStyle/>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Procura uma regra ou fato chamado gosta_de_banda/</a:t>
            </a:r>
          </a:p>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Encontra a regra: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gosta_de_banda(Pessoa, Banda) :-</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    gosta(Pessoa, musica),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    genero(Banda, rock).</a:t>
            </a:r>
          </a:p>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Substitui Pessoa por richard </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gosta_de_banda(richard, Banda) :-</a:t>
            </a:r>
          </a:p>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Verifica se:</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gosta(richard, musica).</a:t>
            </a:r>
          </a:p>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Procura valores para Banda que satisfaçam:</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genero(Banda, rock).</a:t>
            </a:r>
          </a:p>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Encontra: </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Banda = scorpions.</a:t>
            </a:r>
          </a:p>
          <a:p>
            <a:pPr indent="0" defTabSz="914400">
              <a:lnSpc>
                <a:spcPct val="90000"/>
              </a:lnSpc>
              <a:spcBef>
                <a:spcPts val="1001"/>
              </a:spcBef>
              <a:buNone/>
            </a:pPr>
            <a:endParaRPr lang="pt-BR" sz="2800" b="0" u="none" strike="noStrike">
              <a:solidFill>
                <a:schemeClr val="dk1"/>
              </a:solidFill>
              <a:effectLst/>
              <a:uFillTx/>
              <a:latin typeface="Arial"/>
            </a:endParaRPr>
          </a:p>
          <a:p>
            <a:pPr indent="0" defTabSz="914400">
              <a:lnSpc>
                <a:spcPct val="90000"/>
              </a:lnSpc>
              <a:spcBef>
                <a:spcPts val="1001"/>
              </a:spcBef>
              <a:buNone/>
            </a:pPr>
            <a:endParaRPr lang="pt-BR" sz="2800" b="0" u="none" strike="noStrike">
              <a:solidFill>
                <a:schemeClr val="dk1"/>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983520" y="365040"/>
            <a:ext cx="1106208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O que a programação lógica faz para pergunta 2</a:t>
            </a:r>
            <a:endParaRPr lang="pt-BR" sz="3600" b="0" u="none" strike="noStrike">
              <a:solidFill>
                <a:schemeClr val="dk1"/>
              </a:solidFill>
              <a:effectLst/>
              <a:uFillTx/>
              <a:latin typeface="Aptos"/>
            </a:endParaRPr>
          </a:p>
        </p:txBody>
      </p:sp>
      <p:sp>
        <p:nvSpPr>
          <p:cNvPr id="258" name="PlaceHolder 2"/>
          <p:cNvSpPr>
            <a:spLocks noGrp="1"/>
          </p:cNvSpPr>
          <p:nvPr>
            <p:ph/>
          </p:nvPr>
        </p:nvSpPr>
        <p:spPr>
          <a:xfrm>
            <a:off x="983520" y="1825560"/>
            <a:ext cx="10370160" cy="4350960"/>
          </a:xfrm>
          <a:prstGeom prst="rect">
            <a:avLst/>
          </a:prstGeom>
          <a:noFill/>
          <a:ln w="0">
            <a:noFill/>
          </a:ln>
        </p:spPr>
        <p:txBody>
          <a:bodyPr lIns="91440" tIns="45720" rIns="91440" bIns="45720" anchor="t">
            <a:normAutofit fontScale="85000" lnSpcReduction="19999"/>
          </a:bodyPr>
          <a:lstStyle/>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Procura uma regra ou fato chamado gosta_de_jogo</a:t>
            </a:r>
          </a:p>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Encontra a regra: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gosta_de_jogo(Pessoa, Jogo) :-</a:t>
            </a: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gosta(Pessoa, jogo),</a:t>
            </a: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rial"/>
              </a:rPr>
              <a:t>jogo(Jogo).</a:t>
            </a:r>
          </a:p>
          <a:p>
            <a:pPr marL="457200" indent="-45720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Substitui Pessoa por richard </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gosta_de_jogo(richard, Jogo) :-</a:t>
            </a:r>
          </a:p>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Verifica se:</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gosta(richard, jogo).</a:t>
            </a:r>
          </a:p>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Busca todos os fatos jogo(Jogo):</a:t>
            </a:r>
          </a:p>
          <a:p>
            <a:pPr marL="514440" indent="-514440" defTabSz="914400">
              <a:lnSpc>
                <a:spcPct val="90000"/>
              </a:lnSpc>
              <a:spcBef>
                <a:spcPts val="1001"/>
              </a:spcBef>
              <a:buClr>
                <a:srgbClr val="000000"/>
              </a:buClr>
              <a:buFont typeface="Aptos Display"/>
              <a:buAutoNum type="arabicPeriod"/>
            </a:pPr>
            <a:r>
              <a:rPr lang="pt-BR" sz="2800" b="0" u="none" strike="noStrike">
                <a:solidFill>
                  <a:schemeClr val="dk1"/>
                </a:solidFill>
                <a:effectLst/>
                <a:uFillTx/>
                <a:latin typeface="Arial"/>
              </a:rPr>
              <a:t>Encontra: </a:t>
            </a:r>
          </a:p>
          <a:p>
            <a:pPr marL="1143000" lvl="2"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Jogo = </a:t>
            </a:r>
            <a:r>
              <a:rPr lang="en-US" sz="1800" b="0" u="none" strike="noStrike">
                <a:solidFill>
                  <a:schemeClr val="dk1"/>
                </a:solidFill>
                <a:effectLst/>
                <a:uFillTx/>
                <a:latin typeface="Arial"/>
              </a:rPr>
              <a:t>bg3</a:t>
            </a:r>
            <a:r>
              <a:rPr lang="pt-BR" sz="1800" b="0" u="none" strike="noStrike">
                <a:solidFill>
                  <a:schemeClr val="dk1"/>
                </a:solidFill>
                <a:effectLst/>
                <a:uFillTx/>
                <a:latin typeface="Arial"/>
              </a:rPr>
              <a:t>,</a:t>
            </a:r>
          </a:p>
          <a:p>
            <a:pPr marL="1143000" lvl="2"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rial"/>
              </a:rPr>
              <a:t>Jogo = </a:t>
            </a:r>
            <a:r>
              <a:rPr lang="en-US" sz="1800" b="0" u="none" strike="noStrike">
                <a:solidFill>
                  <a:schemeClr val="dk1"/>
                </a:solidFill>
                <a:effectLst/>
                <a:uFillTx/>
                <a:latin typeface="Arial"/>
              </a:rPr>
              <a:t>bf6</a:t>
            </a:r>
            <a:r>
              <a:rPr lang="pt-BR" sz="2000" b="0" u="none" strike="noStrike">
                <a:solidFill>
                  <a:schemeClr val="dk1"/>
                </a:solidFill>
                <a:effectLst/>
                <a:uFillTx/>
                <a:latin typeface="Arial"/>
              </a:rPr>
              <a:t>.</a:t>
            </a:r>
          </a:p>
          <a:p>
            <a:pPr indent="0" defTabSz="914400">
              <a:lnSpc>
                <a:spcPct val="90000"/>
              </a:lnSpc>
              <a:spcBef>
                <a:spcPts val="1001"/>
              </a:spcBef>
              <a:buNone/>
            </a:pPr>
            <a:endParaRPr lang="pt-BR" sz="2800" b="0" u="none" strike="noStrike">
              <a:solidFill>
                <a:schemeClr val="dk1"/>
              </a:solidFill>
              <a:effectLst/>
              <a:uFillTx/>
              <a:latin typeface="Arial"/>
            </a:endParaRPr>
          </a:p>
          <a:p>
            <a:pPr indent="0" defTabSz="914400">
              <a:lnSpc>
                <a:spcPct val="90000"/>
              </a:lnSpc>
              <a:spcBef>
                <a:spcPts val="1001"/>
              </a:spcBef>
              <a:buNone/>
            </a:pPr>
            <a:endParaRPr lang="pt-BR" sz="2800" b="0" u="none" strike="noStrike">
              <a:solidFill>
                <a:schemeClr val="dk1"/>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Retângulo 8"/>
          <p:cNvSpPr/>
          <p:nvPr/>
        </p:nvSpPr>
        <p:spPr>
          <a:xfrm>
            <a:off x="7897320" y="1690560"/>
            <a:ext cx="4161240" cy="1325160"/>
          </a:xfrm>
          <a:prstGeom prst="rect">
            <a:avLst/>
          </a:prstGeom>
          <a:solidFill>
            <a:schemeClr val="bg1">
              <a:lumMod val="85000"/>
            </a:schemeClr>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60" name="Retângulo 10"/>
          <p:cNvSpPr/>
          <p:nvPr/>
        </p:nvSpPr>
        <p:spPr>
          <a:xfrm>
            <a:off x="7897320" y="1690560"/>
            <a:ext cx="4145760" cy="523440"/>
          </a:xfrm>
          <a:prstGeom prst="rect">
            <a:avLst/>
          </a:prstGeom>
          <a:solidFill>
            <a:schemeClr val="tx2">
              <a:lumMod val="10000"/>
              <a:lumOff val="90000"/>
            </a:schemeClr>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61" name="Retângulo 7"/>
          <p:cNvSpPr/>
          <p:nvPr/>
        </p:nvSpPr>
        <p:spPr>
          <a:xfrm>
            <a:off x="133200" y="1690560"/>
            <a:ext cx="7414920" cy="4075200"/>
          </a:xfrm>
          <a:prstGeom prst="rect">
            <a:avLst/>
          </a:prstGeom>
          <a:solidFill>
            <a:schemeClr val="bg1">
              <a:lumMod val="85000"/>
            </a:schemeClr>
          </a:solidFill>
          <a:ln>
            <a:solidFill>
              <a:srgbClr val="06455D"/>
            </a:solidFill>
          </a:ln>
        </p:spPr>
        <p:style>
          <a:lnRef idx="2">
            <a:schemeClr val="accent4">
              <a:shade val="15000"/>
            </a:schemeClr>
          </a:lnRef>
          <a:fillRef idx="1">
            <a:schemeClr val="accent4"/>
          </a:fillRef>
          <a:effectRef idx="0">
            <a:schemeClr val="accent4"/>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62" name="Retângulo 9"/>
          <p:cNvSpPr/>
          <p:nvPr/>
        </p:nvSpPr>
        <p:spPr>
          <a:xfrm>
            <a:off x="133200" y="1690560"/>
            <a:ext cx="7414920" cy="523440"/>
          </a:xfrm>
          <a:prstGeom prst="rect">
            <a:avLst/>
          </a:prstGeom>
          <a:solidFill>
            <a:schemeClr val="tx2">
              <a:lumMod val="10000"/>
              <a:lumOff val="90000"/>
            </a:schemeClr>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pt-BR" sz="1800" b="0" u="none" strike="noStrike">
              <a:solidFill>
                <a:schemeClr val="lt1"/>
              </a:solidFill>
              <a:effectLst/>
              <a:uFillTx/>
              <a:latin typeface="Aptos"/>
            </a:endParaRPr>
          </a:p>
        </p:txBody>
      </p:sp>
      <p:sp>
        <p:nvSpPr>
          <p:cNvPr id="263"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rmAutofit/>
          </a:bodyPr>
          <a:lstStyle/>
          <a:p>
            <a:pPr indent="0" defTabSz="914400">
              <a:lnSpc>
                <a:spcPct val="90000"/>
              </a:lnSpc>
              <a:buNone/>
            </a:pPr>
            <a:r>
              <a:rPr lang="pt-BR" sz="3600" b="1" u="none" strike="noStrike">
                <a:solidFill>
                  <a:srgbClr val="000050"/>
                </a:solidFill>
                <a:effectLst/>
                <a:uFillTx/>
                <a:latin typeface="Arial"/>
              </a:rPr>
              <a:t>Programação lógica: PROLOG</a:t>
            </a:r>
            <a:endParaRPr lang="pt-BR" sz="3600" b="0" u="none" strike="noStrike">
              <a:solidFill>
                <a:schemeClr val="dk1"/>
              </a:solidFill>
              <a:effectLst/>
              <a:uFillTx/>
              <a:latin typeface="Aptos"/>
            </a:endParaRPr>
          </a:p>
        </p:txBody>
      </p:sp>
      <p:sp>
        <p:nvSpPr>
          <p:cNvPr id="264" name="PlaceHolder 2"/>
          <p:cNvSpPr>
            <a:spLocks noGrp="1"/>
          </p:cNvSpPr>
          <p:nvPr>
            <p:ph/>
          </p:nvPr>
        </p:nvSpPr>
        <p:spPr>
          <a:xfrm>
            <a:off x="242640" y="2217600"/>
            <a:ext cx="3809520" cy="3231720"/>
          </a:xfrm>
          <a:prstGeom prst="rect">
            <a:avLst/>
          </a:prstGeom>
          <a:noFill/>
          <a:ln w="0">
            <a:noFill/>
          </a:ln>
        </p:spPr>
        <p:txBody>
          <a:bodyPr lIns="91440" tIns="45720" rIns="91440" bIns="45720" numCol="1" spcCol="0" anchor="t">
            <a:normAutofit/>
          </a:bodyPr>
          <a:lstStyle/>
          <a:p>
            <a:pPr indent="0" defTabSz="914400">
              <a:lnSpc>
                <a:spcPct val="90000"/>
              </a:lnSpc>
              <a:spcBef>
                <a:spcPts val="1001"/>
              </a:spcBef>
              <a:buNone/>
              <a:tabLst>
                <a:tab pos="0" algn="l"/>
              </a:tabLst>
            </a:pPr>
            <a:r>
              <a:rPr lang="en-US" sz="2000" b="0" u="none" strike="noStrike">
                <a:solidFill>
                  <a:schemeClr val="dk1"/>
                </a:solidFill>
                <a:effectLst/>
                <a:uFillTx/>
                <a:latin typeface="Arial"/>
              </a:rPr>
              <a:t>professor(richard).</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gosta(richard, jogo).</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gosta(richard, musica).</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jogo(bg3).</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jogo(bf6).</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musica(rock).</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banda(scorpions).</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r>
              <a:rPr lang="en-US" sz="2000" b="0" u="none" strike="noStrike">
                <a:solidFill>
                  <a:schemeClr val="dk1"/>
                </a:solidFill>
                <a:effectLst/>
                <a:uFillTx/>
                <a:latin typeface="Arial"/>
              </a:rPr>
              <a:t>genero(scorpions, rock).</a:t>
            </a: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endParaRPr lang="pt-BR" sz="2000" b="0" u="none" strike="noStrike">
              <a:solidFill>
                <a:schemeClr val="dk1"/>
              </a:solidFill>
              <a:effectLst/>
              <a:uFillTx/>
              <a:latin typeface="Arial"/>
            </a:endParaRPr>
          </a:p>
          <a:p>
            <a:pPr indent="0" defTabSz="914400">
              <a:lnSpc>
                <a:spcPct val="90000"/>
              </a:lnSpc>
              <a:spcBef>
                <a:spcPts val="1001"/>
              </a:spcBef>
              <a:buNone/>
              <a:tabLst>
                <a:tab pos="0" algn="l"/>
              </a:tabLst>
            </a:pPr>
            <a:endParaRPr lang="pt-BR" sz="2000" b="0" u="none" strike="noStrike">
              <a:solidFill>
                <a:schemeClr val="dk1"/>
              </a:solidFill>
              <a:effectLst/>
              <a:uFillTx/>
              <a:latin typeface="Arial"/>
            </a:endParaRPr>
          </a:p>
        </p:txBody>
      </p:sp>
      <p:sp>
        <p:nvSpPr>
          <p:cNvPr id="265" name="Espaço Reservado para Conteúdo 2"/>
          <p:cNvSpPr/>
          <p:nvPr/>
        </p:nvSpPr>
        <p:spPr>
          <a:xfrm>
            <a:off x="3584520" y="2223720"/>
            <a:ext cx="3809520" cy="2063520"/>
          </a:xfrm>
          <a:prstGeom prst="rect">
            <a:avLst/>
          </a:prstGeom>
          <a:noFill/>
          <a:ln w="0">
            <a:noFill/>
          </a:ln>
        </p:spPr>
        <p:style>
          <a:lnRef idx="0">
            <a:scrgbClr r="0" g="0" b="0"/>
          </a:lnRef>
          <a:fillRef idx="0">
            <a:scrgbClr r="0" g="0" b="0"/>
          </a:fillRef>
          <a:effectRef idx="0">
            <a:scrgbClr r="0" g="0" b="0"/>
          </a:effectRef>
          <a:fontRef idx="minor"/>
        </p:style>
        <p:txBody>
          <a:bodyPr numCol="1" spcCol="0" anchor="t">
            <a:normAutofit/>
          </a:bodyPr>
          <a:lstStyle/>
          <a:p>
            <a:pPr defTabSz="914400">
              <a:lnSpc>
                <a:spcPct val="90000"/>
              </a:lnSpc>
              <a:spcBef>
                <a:spcPts val="1001"/>
              </a:spcBef>
              <a:tabLst>
                <a:tab pos="0" algn="l"/>
              </a:tabLst>
            </a:pPr>
            <a:r>
              <a:rPr lang="pt-BR" sz="1800" b="0" u="none" strike="noStrike">
                <a:solidFill>
                  <a:schemeClr val="dk1"/>
                </a:solidFill>
                <a:effectLst/>
                <a:uFillTx/>
                <a:latin typeface="Arial"/>
              </a:rPr>
              <a:t>gosta_de_banda(Pessoa, Banda) :-</a:t>
            </a:r>
            <a:endParaRPr lang="pt-BR" sz="1800" b="0" u="none" strike="noStrike">
              <a:solidFill>
                <a:srgbClr val="000000"/>
              </a:solidFill>
              <a:effectLst/>
              <a:uFillTx/>
              <a:latin typeface="Arial"/>
            </a:endParaRPr>
          </a:p>
          <a:p>
            <a:pPr marL="457200" defTabSz="914400">
              <a:lnSpc>
                <a:spcPct val="90000"/>
              </a:lnSpc>
              <a:spcBef>
                <a:spcPts val="499"/>
              </a:spcBef>
              <a:tabLst>
                <a:tab pos="0" algn="l"/>
              </a:tabLst>
            </a:pPr>
            <a:r>
              <a:rPr lang="pt-BR" sz="1800" b="0" u="none" strike="noStrike">
                <a:solidFill>
                  <a:schemeClr val="dk1"/>
                </a:solidFill>
                <a:effectLst/>
                <a:uFillTx/>
                <a:latin typeface="Arial"/>
              </a:rPr>
              <a:t>gosta(Pessoa, musica),</a:t>
            </a:r>
            <a:endParaRPr lang="pt-BR" sz="1800" b="0" u="none" strike="noStrike">
              <a:solidFill>
                <a:srgbClr val="000000"/>
              </a:solidFill>
              <a:effectLst/>
              <a:uFillTx/>
              <a:latin typeface="Arial"/>
            </a:endParaRPr>
          </a:p>
          <a:p>
            <a:pPr marL="457200" defTabSz="914400">
              <a:lnSpc>
                <a:spcPct val="90000"/>
              </a:lnSpc>
              <a:spcBef>
                <a:spcPts val="499"/>
              </a:spcBef>
              <a:tabLst>
                <a:tab pos="0" algn="l"/>
              </a:tabLst>
            </a:pPr>
            <a:r>
              <a:rPr lang="pt-BR" sz="1800" b="0" u="none" strike="noStrike">
                <a:solidFill>
                  <a:schemeClr val="dk1"/>
                </a:solidFill>
                <a:effectLst/>
                <a:uFillTx/>
                <a:latin typeface="Arial"/>
              </a:rPr>
              <a:t>genero(Banda, rock).</a:t>
            </a:r>
            <a:endParaRPr lang="pt-BR" sz="1800" b="0" u="none" strike="noStrike">
              <a:solidFill>
                <a:srgbClr val="000000"/>
              </a:solidFill>
              <a:effectLst/>
              <a:uFillTx/>
              <a:latin typeface="Arial"/>
            </a:endParaRPr>
          </a:p>
          <a:p>
            <a:pPr defTabSz="914400">
              <a:lnSpc>
                <a:spcPct val="90000"/>
              </a:lnSpc>
              <a:spcBef>
                <a:spcPts val="1001"/>
              </a:spcBef>
              <a:tabLst>
                <a:tab pos="0" algn="l"/>
              </a:tabLst>
            </a:pPr>
            <a:r>
              <a:rPr lang="en-US" sz="1800" b="0" u="none" strike="noStrike">
                <a:solidFill>
                  <a:schemeClr val="dk1"/>
                </a:solidFill>
                <a:effectLst/>
                <a:uFillTx/>
                <a:latin typeface="Arial"/>
              </a:rPr>
              <a:t>gosta_de_jogo(Pessoa,Jogo):-</a:t>
            </a:r>
            <a:endParaRPr lang="pt-BR" sz="1800" b="0" u="none" strike="noStrike">
              <a:solidFill>
                <a:srgbClr val="000000"/>
              </a:solidFill>
              <a:effectLst/>
              <a:uFillTx/>
              <a:latin typeface="Arial"/>
            </a:endParaRPr>
          </a:p>
          <a:p>
            <a:pPr marL="457200" defTabSz="914400">
              <a:lnSpc>
                <a:spcPct val="90000"/>
              </a:lnSpc>
              <a:spcBef>
                <a:spcPts val="499"/>
              </a:spcBef>
              <a:tabLst>
                <a:tab pos="0" algn="l"/>
              </a:tabLst>
            </a:pPr>
            <a:r>
              <a:rPr lang="en-US" sz="1800" b="0" u="none" strike="noStrike">
                <a:solidFill>
                  <a:schemeClr val="dk1"/>
                </a:solidFill>
                <a:effectLst/>
                <a:uFillTx/>
                <a:latin typeface="Arial"/>
              </a:rPr>
              <a:t>gosta(Pessoa,jogo),</a:t>
            </a:r>
            <a:endParaRPr lang="pt-BR" sz="1800" b="0" u="none" strike="noStrike">
              <a:solidFill>
                <a:srgbClr val="000000"/>
              </a:solidFill>
              <a:effectLst/>
              <a:uFillTx/>
              <a:latin typeface="Arial"/>
            </a:endParaRPr>
          </a:p>
          <a:p>
            <a:pPr marL="457200" defTabSz="914400">
              <a:lnSpc>
                <a:spcPct val="90000"/>
              </a:lnSpc>
              <a:spcBef>
                <a:spcPts val="499"/>
              </a:spcBef>
              <a:tabLst>
                <a:tab pos="0" algn="l"/>
              </a:tabLst>
            </a:pPr>
            <a:r>
              <a:rPr lang="en-US" sz="1800" b="0" u="none" strike="noStrike">
                <a:solidFill>
                  <a:schemeClr val="dk1"/>
                </a:solidFill>
                <a:effectLst/>
                <a:uFillTx/>
                <a:latin typeface="Arial"/>
              </a:rPr>
              <a:t>jogo(Jogo).</a:t>
            </a:r>
            <a:endParaRPr lang="pt-BR" sz="1800" b="0" u="none" strike="noStrike">
              <a:solidFill>
                <a:srgbClr val="000000"/>
              </a:solidFill>
              <a:effectLst/>
              <a:uFillTx/>
              <a:latin typeface="Arial"/>
            </a:endParaRPr>
          </a:p>
        </p:txBody>
      </p:sp>
      <p:sp>
        <p:nvSpPr>
          <p:cNvPr id="266" name="Espaço Reservado para Conteúdo 2"/>
          <p:cNvSpPr/>
          <p:nvPr/>
        </p:nvSpPr>
        <p:spPr>
          <a:xfrm>
            <a:off x="7882200" y="2223720"/>
            <a:ext cx="4161240" cy="792360"/>
          </a:xfrm>
          <a:prstGeom prst="rect">
            <a:avLst/>
          </a:prstGeom>
          <a:noFill/>
          <a:ln w="0">
            <a:noFill/>
          </a:ln>
        </p:spPr>
        <p:style>
          <a:lnRef idx="0">
            <a:scrgbClr r="0" g="0" b="0"/>
          </a:lnRef>
          <a:fillRef idx="0">
            <a:scrgbClr r="0" g="0" b="0"/>
          </a:fillRef>
          <a:effectRef idx="0">
            <a:scrgbClr r="0" g="0" b="0"/>
          </a:effectRef>
          <a:fontRef idx="minor"/>
        </p:style>
        <p:txBody>
          <a:bodyPr numCol="1" spcCol="0" anchor="t">
            <a:normAutofit/>
          </a:bodyPr>
          <a:lstStyle/>
          <a:p>
            <a:pPr defTabSz="914400">
              <a:lnSpc>
                <a:spcPct val="90000"/>
              </a:lnSpc>
              <a:spcBef>
                <a:spcPts val="1001"/>
              </a:spcBef>
              <a:tabLst>
                <a:tab pos="0" algn="l"/>
              </a:tabLst>
            </a:pPr>
            <a:r>
              <a:rPr lang="pt-BR" sz="1600" b="0" u="none" strike="noStrike">
                <a:solidFill>
                  <a:schemeClr val="dk1"/>
                </a:solidFill>
                <a:effectLst/>
                <a:uFillTx/>
                <a:latin typeface="Arial"/>
              </a:rPr>
              <a:t>?- gosta_de_banda(richard, Banda).</a:t>
            </a:r>
            <a:br>
              <a:rPr sz="1600"/>
            </a:br>
            <a:r>
              <a:rPr lang="pt-BR" sz="1600" b="0" u="none" strike="noStrike">
                <a:solidFill>
                  <a:schemeClr val="dk1"/>
                </a:solidFill>
                <a:effectLst/>
                <a:uFillTx/>
                <a:latin typeface="Arial"/>
              </a:rPr>
              <a:t>?- </a:t>
            </a:r>
            <a:r>
              <a:rPr lang="en-US" sz="1600" b="0" u="none" strike="noStrike">
                <a:solidFill>
                  <a:schemeClr val="dk1"/>
                </a:solidFill>
                <a:effectLst/>
                <a:uFillTx/>
                <a:latin typeface="Arial"/>
              </a:rPr>
              <a:t>gosta_de_jogo</a:t>
            </a:r>
            <a:r>
              <a:rPr lang="pt-BR" sz="1600" b="0" u="none" strike="noStrike">
                <a:solidFill>
                  <a:schemeClr val="dk1"/>
                </a:solidFill>
                <a:effectLst/>
                <a:uFillTx/>
                <a:latin typeface="Arial"/>
              </a:rPr>
              <a:t>(richard, Jogo). </a:t>
            </a:r>
            <a:endParaRPr lang="pt-BR" sz="1600" b="0" u="none" strike="noStrike">
              <a:solidFill>
                <a:srgbClr val="000000"/>
              </a:solidFill>
              <a:effectLst/>
              <a:uFillTx/>
              <a:latin typeface="Arial"/>
            </a:endParaRPr>
          </a:p>
        </p:txBody>
      </p:sp>
      <p:sp>
        <p:nvSpPr>
          <p:cNvPr id="267" name="CaixaDeTexto 4"/>
          <p:cNvSpPr/>
          <p:nvPr/>
        </p:nvSpPr>
        <p:spPr>
          <a:xfrm>
            <a:off x="2796120" y="1768680"/>
            <a:ext cx="157644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pt-BR" sz="1800" b="1" u="none" strike="noStrike">
                <a:solidFill>
                  <a:schemeClr val="dk1"/>
                </a:solidFill>
                <a:effectLst/>
                <a:uFillTx/>
                <a:latin typeface="Aptos"/>
              </a:rPr>
              <a:t>Programação</a:t>
            </a:r>
            <a:endParaRPr lang="pt-BR" sz="1800" b="0" u="none" strike="noStrike">
              <a:solidFill>
                <a:srgbClr val="000000"/>
              </a:solidFill>
              <a:effectLst/>
              <a:uFillTx/>
              <a:latin typeface="Arial"/>
            </a:endParaRPr>
          </a:p>
        </p:txBody>
      </p:sp>
      <p:sp>
        <p:nvSpPr>
          <p:cNvPr id="268" name="CaixaDeTexto 6"/>
          <p:cNvSpPr/>
          <p:nvPr/>
        </p:nvSpPr>
        <p:spPr>
          <a:xfrm>
            <a:off x="9288000" y="1848240"/>
            <a:ext cx="123948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pt-BR" sz="1800" b="1" u="none" strike="noStrike">
                <a:solidFill>
                  <a:schemeClr val="dk1"/>
                </a:solidFill>
                <a:effectLst/>
                <a:uFillTx/>
                <a:latin typeface="Aptos"/>
              </a:rPr>
              <a:t>Perguntas</a:t>
            </a:r>
            <a:endParaRPr lang="pt-BR" sz="1800" b="0" u="none" strike="noStrike">
              <a:solidFill>
                <a:srgbClr val="000000"/>
              </a:solidFill>
              <a:effectLst/>
              <a:uFillTx/>
              <a:latin typeface="Arial"/>
            </a:endParaRPr>
          </a:p>
        </p:txBody>
      </p:sp>
      <p:sp>
        <p:nvSpPr>
          <p:cNvPr id="269" name="CaixaDeTexto 11"/>
          <p:cNvSpPr/>
          <p:nvPr/>
        </p:nvSpPr>
        <p:spPr>
          <a:xfrm>
            <a:off x="7638120" y="5650920"/>
            <a:ext cx="4649400" cy="923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pt-BR" sz="1800" b="0" u="none" strike="noStrike">
                <a:solidFill>
                  <a:schemeClr val="dk1"/>
                </a:solidFill>
                <a:effectLst/>
                <a:uFillTx/>
                <a:latin typeface="Aptos"/>
              </a:rPr>
              <a:t>OBS: tanto gosta_de_banda e </a:t>
            </a:r>
            <a:r>
              <a:rPr lang="en-US" sz="1800" b="0" u="none" strike="noStrike">
                <a:solidFill>
                  <a:schemeClr val="dk1"/>
                </a:solidFill>
                <a:effectLst/>
                <a:uFillTx/>
                <a:latin typeface="Aptos"/>
              </a:rPr>
              <a:t>gosta_de_jogo.</a:t>
            </a:r>
            <a:endParaRPr lang="pt-BR"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São regras que recebem 2 argumentos. </a:t>
            </a:r>
            <a:endParaRPr lang="pt-BR"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 sua simplificação é  </a:t>
            </a:r>
            <a:r>
              <a:rPr lang="en-US" sz="1800" b="0" u="none" strike="noStrike">
                <a:solidFill>
                  <a:schemeClr val="dk1"/>
                </a:solidFill>
                <a:effectLst/>
                <a:highlight>
                  <a:srgbClr val="00FF00"/>
                </a:highlight>
                <a:uFillTx/>
                <a:latin typeface="Aptos"/>
              </a:rPr>
              <a:t>predicado</a:t>
            </a:r>
            <a:r>
              <a:rPr lang="en-US" sz="1800" b="0" u="none" strike="noStrike">
                <a:solidFill>
                  <a:srgbClr val="FF0000"/>
                </a:solidFill>
                <a:effectLst/>
                <a:highlight>
                  <a:srgbClr val="00FF00"/>
                </a:highlight>
                <a:uFillTx/>
                <a:latin typeface="Aptos"/>
              </a:rPr>
              <a:t>/2</a:t>
            </a:r>
            <a:r>
              <a:rPr lang="en-US" sz="1800" b="0" u="none" strike="noStrike">
                <a:solidFill>
                  <a:srgbClr val="FF0000"/>
                </a:solidFill>
                <a:effectLst/>
                <a:uFillTx/>
                <a:latin typeface="Aptos"/>
              </a:rPr>
              <a:t> </a:t>
            </a:r>
            <a:r>
              <a:rPr lang="pt-BR" sz="1800" b="0" u="none" strike="noStrike">
                <a:solidFill>
                  <a:srgbClr val="FF0000"/>
                </a:solidFill>
                <a:effectLst/>
                <a:uFillTx/>
                <a:latin typeface="Aptos"/>
              </a:rPr>
              <a:t>  </a:t>
            </a:r>
            <a:endParaRPr lang="pt-BR" sz="18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Exercícios</a:t>
            </a:r>
            <a:endParaRPr lang="pt-BR" sz="3600" b="0" u="none" strike="noStrike">
              <a:solidFill>
                <a:schemeClr val="dk1"/>
              </a:solidFill>
              <a:effectLst/>
              <a:uFillTx/>
              <a:latin typeface="Aptos"/>
            </a:endParaRPr>
          </a:p>
        </p:txBody>
      </p:sp>
      <p:sp>
        <p:nvSpPr>
          <p:cNvPr id="271" name="PlaceHolder 2"/>
          <p:cNvSpPr>
            <a:spLocks noGrp="1"/>
          </p:cNvSpPr>
          <p:nvPr>
            <p:ph/>
          </p:nvPr>
        </p:nvSpPr>
        <p:spPr>
          <a:xfrm>
            <a:off x="121320" y="1825560"/>
            <a:ext cx="11756160" cy="4350960"/>
          </a:xfrm>
          <a:prstGeom prst="rect">
            <a:avLst/>
          </a:prstGeom>
          <a:noFill/>
          <a:ln w="0">
            <a:noFill/>
          </a:ln>
        </p:spPr>
        <p:txBody>
          <a:bodyPr lIns="91440" tIns="45720" rIns="91440" bIns="45720" numCol="2" spcCol="0" anchor="t">
            <a:normAutofit fontScale="85000" lnSpcReduction="19999"/>
          </a:bodyPr>
          <a:lstStyle/>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Exercício 1 </a:t>
            </a:r>
            <a:r>
              <a:rPr lang="pt-BR" sz="2800" b="0" u="none" strike="noStrike">
                <a:solidFill>
                  <a:schemeClr val="dk1"/>
                </a:solidFill>
                <a:effectLst/>
                <a:uFillTx/>
                <a:latin typeface="Arial"/>
              </a:rPr>
              <a:t>Crie uma base de conhecimento em Prolog que represente:</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João é professor</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Maria é aluna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Depois, faça consultas para verificar:</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Se João é professor</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Se Maria é aluna</a:t>
            </a:r>
          </a:p>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Exercício 2 </a:t>
            </a:r>
            <a:r>
              <a:rPr lang="pt-BR" sz="2800" b="0" u="none" strike="noStrike">
                <a:solidFill>
                  <a:schemeClr val="dk1"/>
                </a:solidFill>
                <a:effectLst/>
                <a:uFillTx/>
                <a:latin typeface="Arial"/>
              </a:rPr>
              <a:t>Represente em Prolog as seguintes informações: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Ana gosta de música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Pedro gosta de jogos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Crie consultas para descobrir:</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Quem gosta de música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Quem gosta de jogos</a:t>
            </a:r>
          </a:p>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Exercício 3 </a:t>
            </a:r>
            <a:r>
              <a:rPr lang="pt-BR" sz="2800" b="0" u="none" strike="noStrike">
                <a:solidFill>
                  <a:schemeClr val="dk1"/>
                </a:solidFill>
                <a:effectLst/>
                <a:uFillTx/>
                <a:latin typeface="Arial"/>
              </a:rPr>
              <a:t>Crie fatos que representem três tipos de jogos: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RPG</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FPS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Estratégia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Depois, faça uma consulta que retorne todos os jogos cadastrados.</a:t>
            </a:r>
          </a:p>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Exercício 4 </a:t>
            </a:r>
            <a:r>
              <a:rPr lang="pt-BR" sz="2800" b="0" u="none" strike="noStrike">
                <a:solidFill>
                  <a:schemeClr val="dk1"/>
                </a:solidFill>
                <a:effectLst/>
                <a:uFillTx/>
                <a:latin typeface="Arial"/>
              </a:rPr>
              <a:t>Crie uma base de conhecimento com a relação:</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Carlos gosta de pizza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Pizza é comida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Faça uma consulta que verifique se pizza é uma comida.</a:t>
            </a:r>
          </a:p>
          <a:p>
            <a:pPr indent="0" defTabSz="914400">
              <a:lnSpc>
                <a:spcPct val="90000"/>
              </a:lnSpc>
              <a:spcBef>
                <a:spcPts val="1001"/>
              </a:spcBef>
              <a:buNone/>
            </a:pPr>
            <a:endParaRPr lang="pt-BR" sz="2800" b="0" u="none" strike="noStrike">
              <a:solidFill>
                <a:schemeClr val="dk1"/>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Exercícios</a:t>
            </a:r>
            <a:endParaRPr lang="pt-BR" sz="3600" b="0" u="none" strike="noStrike">
              <a:solidFill>
                <a:schemeClr val="dk1"/>
              </a:solidFill>
              <a:effectLst/>
              <a:uFillTx/>
              <a:latin typeface="Aptos"/>
            </a:endParaRPr>
          </a:p>
        </p:txBody>
      </p:sp>
      <p:sp>
        <p:nvSpPr>
          <p:cNvPr id="273" name="PlaceHolder 2"/>
          <p:cNvSpPr>
            <a:spLocks noGrp="1"/>
          </p:cNvSpPr>
          <p:nvPr>
            <p:ph/>
          </p:nvPr>
        </p:nvSpPr>
        <p:spPr>
          <a:xfrm>
            <a:off x="121320" y="1825560"/>
            <a:ext cx="11756160" cy="4350960"/>
          </a:xfrm>
          <a:prstGeom prst="rect">
            <a:avLst/>
          </a:prstGeom>
          <a:noFill/>
          <a:ln w="0">
            <a:noFill/>
          </a:ln>
        </p:spPr>
        <p:txBody>
          <a:bodyPr lIns="91440" tIns="45720" rIns="91440" bIns="45720" numCol="2" spcCol="0" anchor="t">
            <a:normAutofit/>
          </a:bodyPr>
          <a:lstStyle/>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Exercício 5 </a:t>
            </a:r>
            <a:r>
              <a:rPr lang="pt-BR" sz="2800" b="0" u="none" strike="noStrike">
                <a:solidFill>
                  <a:schemeClr val="dk1"/>
                </a:solidFill>
                <a:effectLst/>
                <a:uFillTx/>
                <a:latin typeface="Arial"/>
              </a:rPr>
              <a:t>Crie fatos que indiquem:</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João gosta de música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Rock é um tipo de música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Depois, crie uma regra chamada interesse/2 que determine que:</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Uma pessoa tem interesse em um gênero musical se ela gosta de música e o gênero é música.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Faça uma consulta para descobrir o interesse de João.</a:t>
            </a:r>
          </a:p>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Exercício 6 </a:t>
            </a:r>
            <a:r>
              <a:rPr lang="pt-BR" sz="2800" b="0" u="none" strike="noStrike">
                <a:solidFill>
                  <a:schemeClr val="dk1"/>
                </a:solidFill>
                <a:effectLst/>
                <a:uFillTx/>
                <a:latin typeface="Arial"/>
              </a:rPr>
              <a:t>Crie fatos que representem:</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Scorpions é uma banda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Rock é um gênero musical</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Scorpions toca rock</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Crie uma regra chamada banda_de_rock/1 que determine se uma banda toca rock.</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Faça uma consulta para verificar se Scorpions é uma banda de rock.</a:t>
            </a:r>
          </a:p>
          <a:p>
            <a:pPr indent="0" defTabSz="914400">
              <a:lnSpc>
                <a:spcPct val="90000"/>
              </a:lnSpc>
              <a:spcBef>
                <a:spcPts val="1001"/>
              </a:spcBef>
              <a:buNone/>
            </a:pPr>
            <a:endParaRPr lang="pt-BR" sz="2800" b="0" u="none" strike="noStrike">
              <a:solidFill>
                <a:schemeClr val="dk1"/>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Exercícios</a:t>
            </a:r>
            <a:endParaRPr lang="pt-BR" sz="3600" b="0" u="none" strike="noStrike">
              <a:solidFill>
                <a:schemeClr val="dk1"/>
              </a:solidFill>
              <a:effectLst/>
              <a:uFillTx/>
              <a:latin typeface="Aptos"/>
            </a:endParaRPr>
          </a:p>
        </p:txBody>
      </p:sp>
      <p:sp>
        <p:nvSpPr>
          <p:cNvPr id="275" name="PlaceHolder 2"/>
          <p:cNvSpPr>
            <a:spLocks noGrp="1"/>
          </p:cNvSpPr>
          <p:nvPr>
            <p:ph/>
          </p:nvPr>
        </p:nvSpPr>
        <p:spPr>
          <a:xfrm>
            <a:off x="121320" y="1825560"/>
            <a:ext cx="11756160" cy="4350960"/>
          </a:xfrm>
          <a:prstGeom prst="rect">
            <a:avLst/>
          </a:prstGeom>
          <a:noFill/>
          <a:ln w="0">
            <a:noFill/>
          </a:ln>
        </p:spPr>
        <p:txBody>
          <a:bodyPr lIns="91440" tIns="45720" rIns="91440" bIns="45720" numCol="2" spcCol="0" anchor="t">
            <a:normAutofit/>
          </a:bodyPr>
          <a:lstStyle/>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Exercício 7 – </a:t>
            </a:r>
            <a:r>
              <a:rPr lang="pt-BR" sz="2800" b="0" u="none" strike="noStrike">
                <a:solidFill>
                  <a:schemeClr val="dk1"/>
                </a:solidFill>
                <a:effectLst/>
                <a:uFillTx/>
                <a:latin typeface="Arial"/>
              </a:rPr>
              <a:t>Crie fatos que representem:</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Maria gosta de música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Rock e Jazz são gêneros musicais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Rock e Jazz são músicas</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Crie uma regra chamada gosta_de_genero/2 que determine quais gêneros musicais Maria gosta.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Faça a consulta e analise os resultados.</a:t>
            </a:r>
          </a:p>
          <a:p>
            <a:pPr indent="0" defTabSz="914400">
              <a:lnSpc>
                <a:spcPct val="90000"/>
              </a:lnSpc>
              <a:spcBef>
                <a:spcPts val="499"/>
              </a:spcBef>
              <a:buNone/>
            </a:pPr>
            <a:endParaRPr lang="pt-BR" sz="2400" b="0" u="none" strike="noStrik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lang="pt-BR" sz="2800" b="1" u="none" strike="noStrike">
                <a:solidFill>
                  <a:schemeClr val="dk1"/>
                </a:solidFill>
                <a:effectLst/>
                <a:uFillTx/>
                <a:latin typeface="Arial"/>
              </a:rPr>
              <a:t>Exercício 8 </a:t>
            </a:r>
            <a:r>
              <a:rPr lang="pt-BR" sz="2800" b="0" u="none" strike="noStrike">
                <a:solidFill>
                  <a:schemeClr val="dk1"/>
                </a:solidFill>
                <a:effectLst/>
                <a:uFillTx/>
                <a:latin typeface="Arial"/>
              </a:rPr>
              <a:t>Crie fatos que representem:</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João gosta de música</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Música é uma forma de arte</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Crie uma regra chamada interesse_artistico/1 que determine se uma pessoa possui interesse artístico.</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Faça a consulta para verificar se João possui interesse artístico.</a:t>
            </a:r>
          </a:p>
          <a:p>
            <a:pPr indent="0" defTabSz="914400">
              <a:lnSpc>
                <a:spcPct val="90000"/>
              </a:lnSpc>
              <a:spcBef>
                <a:spcPts val="1001"/>
              </a:spcBef>
              <a:buNone/>
            </a:pPr>
            <a:endParaRPr lang="pt-BR" sz="2800" b="0" u="none" strike="noStrike">
              <a:solidFill>
                <a:schemeClr val="dk1"/>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Desafio 1</a:t>
            </a:r>
            <a:endParaRPr lang="pt-BR" sz="3600" b="0" u="none" strike="noStrike">
              <a:solidFill>
                <a:schemeClr val="dk1"/>
              </a:solidFill>
              <a:effectLst/>
              <a:uFillTx/>
              <a:latin typeface="Aptos"/>
            </a:endParaRPr>
          </a:p>
        </p:txBody>
      </p:sp>
      <p:sp>
        <p:nvSpPr>
          <p:cNvPr id="277" name="PlaceHolder 2"/>
          <p:cNvSpPr>
            <a:spLocks noGrp="1"/>
          </p:cNvSpPr>
          <p:nvPr>
            <p:ph/>
          </p:nvPr>
        </p:nvSpPr>
        <p:spPr>
          <a:xfrm>
            <a:off x="983520" y="1825560"/>
            <a:ext cx="10370160" cy="4350960"/>
          </a:xfrm>
          <a:prstGeom prst="rect">
            <a:avLst/>
          </a:prstGeom>
          <a:noFill/>
          <a:ln w="0">
            <a:noFill/>
          </a:ln>
        </p:spPr>
        <p:txBody>
          <a:bodyPr lIns="91440" tIns="45720" rIns="91440" bIns="45720" anchor="t">
            <a:normAutofit fontScale="85000" lnSpcReduction="19999"/>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Sistemas baseados em Inteligência Artificial simbólica utilizam regras lógicas para representar conhecimento e responder a perguntas automaticamente. Considere o seguinte sistema lógico:</a:t>
            </a:r>
          </a:p>
          <a:p>
            <a:pPr marL="457200" indent="0" defTabSz="914400">
              <a:lnSpc>
                <a:spcPct val="90000"/>
              </a:lnSpc>
              <a:spcBef>
                <a:spcPts val="499"/>
              </a:spcBef>
              <a:buNone/>
              <a:tabLst>
                <a:tab pos="0" algn="l"/>
              </a:tabLst>
            </a:pPr>
            <a:r>
              <a:rPr lang="pt-BR" sz="2400" b="0" u="none" strike="noStrike">
                <a:solidFill>
                  <a:schemeClr val="dk1"/>
                </a:solidFill>
                <a:effectLst/>
                <a:uFillTx/>
                <a:latin typeface="Arial"/>
              </a:rPr>
              <a:t>gosta(joao, musica).</a:t>
            </a:r>
          </a:p>
          <a:p>
            <a:pPr marL="457200" indent="0" defTabSz="914400">
              <a:lnSpc>
                <a:spcPct val="90000"/>
              </a:lnSpc>
              <a:spcBef>
                <a:spcPts val="499"/>
              </a:spcBef>
              <a:buNone/>
              <a:tabLst>
                <a:tab pos="0" algn="l"/>
              </a:tabLst>
            </a:pPr>
            <a:r>
              <a:rPr lang="pt-BR" sz="2400" b="0" u="none" strike="noStrike">
                <a:solidFill>
                  <a:schemeClr val="dk1"/>
                </a:solidFill>
                <a:effectLst/>
                <a:uFillTx/>
                <a:latin typeface="Arial"/>
              </a:rPr>
              <a:t>musica(jazz).</a:t>
            </a:r>
          </a:p>
          <a:p>
            <a:pPr marL="457200" indent="0" defTabSz="914400">
              <a:lnSpc>
                <a:spcPct val="90000"/>
              </a:lnSpc>
              <a:spcBef>
                <a:spcPts val="499"/>
              </a:spcBef>
              <a:buNone/>
              <a:tabLst>
                <a:tab pos="0" algn="l"/>
              </a:tabLst>
            </a:pPr>
            <a:r>
              <a:rPr lang="pt-BR" sz="2400" b="0" u="none" strike="noStrike">
                <a:solidFill>
                  <a:schemeClr val="dk1"/>
                </a:solidFill>
                <a:effectLst/>
                <a:uFillTx/>
                <a:latin typeface="Arial"/>
              </a:rPr>
              <a:t>interesse(Pessoa, Genero) :-</a:t>
            </a:r>
          </a:p>
          <a:p>
            <a:pPr marL="457200" indent="0" defTabSz="914400">
              <a:lnSpc>
                <a:spcPct val="90000"/>
              </a:lnSpc>
              <a:spcBef>
                <a:spcPts val="499"/>
              </a:spcBef>
              <a:buNone/>
              <a:tabLst>
                <a:tab pos="0" algn="l"/>
              </a:tabLst>
            </a:pPr>
            <a:r>
              <a:rPr lang="pt-BR" sz="2400" b="0" u="none" strike="noStrike">
                <a:solidFill>
                  <a:schemeClr val="dk1"/>
                </a:solidFill>
                <a:effectLst/>
                <a:uFillTx/>
                <a:latin typeface="Arial"/>
              </a:rPr>
              <a:t>    gosta(Pessoa, musica),</a:t>
            </a:r>
          </a:p>
          <a:p>
            <a:pPr marL="457200" indent="0" defTabSz="914400">
              <a:lnSpc>
                <a:spcPct val="90000"/>
              </a:lnSpc>
              <a:spcBef>
                <a:spcPts val="499"/>
              </a:spcBef>
              <a:buNone/>
              <a:tabLst>
                <a:tab pos="0" algn="l"/>
              </a:tabLst>
            </a:pPr>
            <a:r>
              <a:rPr lang="pt-BR" sz="2400" b="0" u="none" strike="noStrike">
                <a:solidFill>
                  <a:schemeClr val="dk1"/>
                </a:solidFill>
                <a:effectLst/>
                <a:uFillTx/>
                <a:latin typeface="Arial"/>
              </a:rPr>
              <a:t>    musica(Genero).</a:t>
            </a:r>
          </a:p>
          <a:p>
            <a:pPr marL="228600" indent="-228600" defTabSz="914400">
              <a:lnSpc>
                <a:spcPct val="90000"/>
              </a:lnSpc>
              <a:spcBef>
                <a:spcPts val="1001"/>
              </a:spcBef>
              <a:buClr>
                <a:srgbClr val="000000"/>
              </a:buClr>
              <a:buFont typeface="Arial"/>
              <a:buChar char="•"/>
              <a:tabLst>
                <a:tab pos="0" algn="l"/>
              </a:tabLst>
            </a:pPr>
            <a:r>
              <a:rPr lang="pt-BR" sz="2800" b="0" u="none" strike="noStrike">
                <a:solidFill>
                  <a:schemeClr val="dk1"/>
                </a:solidFill>
                <a:effectLst/>
                <a:uFillTx/>
                <a:latin typeface="Arial"/>
              </a:rPr>
              <a:t>Ao executar a consulta: ?- interesse(joao, Genero).</a:t>
            </a:r>
          </a:p>
          <a:p>
            <a:pPr marL="228600" indent="-228600" defTabSz="914400">
              <a:lnSpc>
                <a:spcPct val="90000"/>
              </a:lnSpc>
              <a:spcBef>
                <a:spcPts val="1001"/>
              </a:spcBef>
              <a:buClr>
                <a:srgbClr val="000000"/>
              </a:buClr>
              <a:buFont typeface="Arial"/>
              <a:buChar char="•"/>
              <a:tabLst>
                <a:tab pos="0" algn="l"/>
              </a:tabLst>
            </a:pPr>
            <a:r>
              <a:rPr lang="pt-BR" sz="2800" b="0" u="none" strike="noStrike">
                <a:solidFill>
                  <a:schemeClr val="dk1"/>
                </a:solidFill>
                <a:effectLst/>
                <a:uFillTx/>
                <a:latin typeface="Arial"/>
              </a:rPr>
              <a:t>O sistema retorna uma resposta válida porque:</a:t>
            </a:r>
          </a:p>
          <a:p>
            <a:pPr marL="457200" indent="0" defTabSz="914400">
              <a:lnSpc>
                <a:spcPct val="90000"/>
              </a:lnSpc>
              <a:spcBef>
                <a:spcPts val="499"/>
              </a:spcBef>
              <a:buNone/>
              <a:tabLst>
                <a:tab pos="0" algn="l"/>
              </a:tabLst>
            </a:pPr>
            <a:r>
              <a:rPr lang="pt-BR" sz="2400" b="0" u="none" strike="noStrike">
                <a:solidFill>
                  <a:schemeClr val="dk1"/>
                </a:solidFill>
                <a:effectLst/>
                <a:uFillTx/>
                <a:latin typeface="Arial"/>
              </a:rPr>
              <a:t>a) A consulta cria um novo fato no sistema</a:t>
            </a:r>
          </a:p>
          <a:p>
            <a:pPr marL="457200" indent="0" defTabSz="914400">
              <a:lnSpc>
                <a:spcPct val="90000"/>
              </a:lnSpc>
              <a:spcBef>
                <a:spcPts val="499"/>
              </a:spcBef>
              <a:buNone/>
              <a:tabLst>
                <a:tab pos="0" algn="l"/>
              </a:tabLst>
            </a:pPr>
            <a:r>
              <a:rPr lang="pt-BR" sz="2400" b="0" u="none" strike="noStrike">
                <a:solidFill>
                  <a:schemeClr val="dk1"/>
                </a:solidFill>
                <a:effectLst/>
                <a:uFillTx/>
                <a:latin typeface="Arial"/>
              </a:rPr>
              <a:t>b) O sistema executa comandos passo a passo definidos pelo programador</a:t>
            </a:r>
          </a:p>
          <a:p>
            <a:pPr marL="457200" indent="0" defTabSz="914400">
              <a:lnSpc>
                <a:spcPct val="90000"/>
              </a:lnSpc>
              <a:spcBef>
                <a:spcPts val="499"/>
              </a:spcBef>
              <a:buNone/>
              <a:tabLst>
                <a:tab pos="0" algn="l"/>
              </a:tabLst>
            </a:pPr>
            <a:r>
              <a:rPr lang="pt-BR" sz="2400" b="0" u="none" strike="noStrike">
                <a:solidFill>
                  <a:schemeClr val="dk1"/>
                </a:solidFill>
                <a:effectLst/>
                <a:uFillTx/>
                <a:latin typeface="Arial"/>
              </a:rPr>
              <a:t>c) A inferência lógica associa fatos existentes às regras declaradas</a:t>
            </a:r>
          </a:p>
          <a:p>
            <a:pPr marL="457200" indent="0" defTabSz="914400">
              <a:lnSpc>
                <a:spcPct val="90000"/>
              </a:lnSpc>
              <a:spcBef>
                <a:spcPts val="499"/>
              </a:spcBef>
              <a:buNone/>
              <a:tabLst>
                <a:tab pos="0" algn="l"/>
              </a:tabLst>
            </a:pPr>
            <a:r>
              <a:rPr lang="pt-BR" sz="2400" b="0" u="none" strike="noStrike">
                <a:solidFill>
                  <a:schemeClr val="dk1"/>
                </a:solidFill>
                <a:effectLst/>
                <a:uFillTx/>
                <a:latin typeface="Arial"/>
              </a:rPr>
              <a:t>d) A variável Genero foi previamente inicializada</a:t>
            </a:r>
          </a:p>
          <a:p>
            <a:pPr marL="457200" indent="0" defTabSz="914400">
              <a:lnSpc>
                <a:spcPct val="90000"/>
              </a:lnSpc>
              <a:spcBef>
                <a:spcPts val="499"/>
              </a:spcBef>
              <a:buNone/>
              <a:tabLst>
                <a:tab pos="0" algn="l"/>
              </a:tabLst>
            </a:pPr>
            <a:r>
              <a:rPr lang="pt-BR" sz="2400" b="0" u="none" strike="noStrike">
                <a:solidFill>
                  <a:schemeClr val="dk1"/>
                </a:solidFill>
                <a:effectLst/>
                <a:uFillTx/>
                <a:latin typeface="Arial"/>
              </a:rPr>
              <a:t>e) O predicado musica funciona como variável</a:t>
            </a:r>
          </a:p>
          <a:p>
            <a:pPr indent="0" defTabSz="914400">
              <a:lnSpc>
                <a:spcPct val="90000"/>
              </a:lnSpc>
              <a:spcBef>
                <a:spcPts val="1001"/>
              </a:spcBef>
              <a:buNone/>
              <a:tabLst>
                <a:tab pos="0" algn="l"/>
              </a:tabLst>
            </a:pPr>
            <a:endParaRPr lang="pt-BR" sz="2800" b="0" u="none" strike="noStrike">
              <a:solidFill>
                <a:schemeClr val="dk1"/>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983520" y="365040"/>
            <a:ext cx="10370160" cy="1325160"/>
          </a:xfrm>
          <a:prstGeom prst="rect">
            <a:avLst/>
          </a:prstGeom>
          <a:noFill/>
          <a:ln w="0">
            <a:noFill/>
          </a:ln>
        </p:spPr>
        <p:txBody>
          <a:bodyPr lIns="91440" tIns="45720" rIns="91440" bIns="45720" anchor="ctr">
            <a:noAutofit/>
          </a:bodyPr>
          <a:lstStyle/>
          <a:p>
            <a:pPr indent="0" defTabSz="914400">
              <a:lnSpc>
                <a:spcPct val="90000"/>
              </a:lnSpc>
              <a:buNone/>
            </a:pPr>
            <a:r>
              <a:rPr lang="pt-BR" sz="3600" b="1" u="none" strike="noStrike">
                <a:solidFill>
                  <a:srgbClr val="000050"/>
                </a:solidFill>
                <a:effectLst/>
                <a:uFillTx/>
                <a:latin typeface="Arial"/>
              </a:rPr>
              <a:t>Desafio 2</a:t>
            </a:r>
            <a:endParaRPr lang="pt-BR" sz="3600" b="0" u="none" strike="noStrike">
              <a:solidFill>
                <a:schemeClr val="dk1"/>
              </a:solidFill>
              <a:effectLst/>
              <a:uFillTx/>
              <a:latin typeface="Aptos"/>
            </a:endParaRPr>
          </a:p>
        </p:txBody>
      </p:sp>
      <p:sp>
        <p:nvSpPr>
          <p:cNvPr id="279" name="PlaceHolder 2"/>
          <p:cNvSpPr>
            <a:spLocks noGrp="1"/>
          </p:cNvSpPr>
          <p:nvPr>
            <p:ph/>
          </p:nvPr>
        </p:nvSpPr>
        <p:spPr>
          <a:xfrm>
            <a:off x="983520" y="1825560"/>
            <a:ext cx="10370160" cy="4350960"/>
          </a:xfrm>
          <a:prstGeom prst="rect">
            <a:avLst/>
          </a:prstGeom>
          <a:noFill/>
          <a:ln w="0">
            <a:noFill/>
          </a:ln>
        </p:spPr>
        <p:txBody>
          <a:bodyPr lIns="91440" tIns="45720" rIns="91440" bIns="45720" numCol="1" spcCol="0" anchor="t">
            <a:normAutofit fontScale="85000" lnSpcReduction="9999"/>
          </a:bodyPr>
          <a:lstStyle/>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Sistemas de Inteligência Artificial simbólica utilizam regras declarativas para representar conhecimento e realizar inferência automática.</a:t>
            </a:r>
          </a:p>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Um professor deseja criar um sistema em Prolog para identificar alunos interessados em tecnologia, considerando que:</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Um aluno é interessado em tecnologia se ele gosta de programação</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Programação é uma área da tecnologia</a:t>
            </a:r>
          </a:p>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Crie os fatos necessários para representar:</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João gosta de programação</a:t>
            </a: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rial"/>
              </a:rPr>
              <a:t>Programação pertence à área de tecnologia</a:t>
            </a:r>
          </a:p>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Crie uma regra chamada interessado_em_tecnologia/1.</a:t>
            </a:r>
          </a:p>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rial"/>
              </a:rPr>
              <a:t>Faça a consulta que verifica se Lucas é interessado em tecnologia.</a:t>
            </a:r>
          </a:p>
          <a:p>
            <a:pPr indent="0" defTabSz="914400">
              <a:lnSpc>
                <a:spcPct val="90000"/>
              </a:lnSpc>
              <a:spcBef>
                <a:spcPts val="1001"/>
              </a:spcBef>
              <a:buNone/>
            </a:pPr>
            <a:endParaRPr lang="pt-BR" sz="2800" b="0" u="none" strike="noStrike">
              <a:solidFill>
                <a:schemeClr val="dk1"/>
              </a:solidFill>
              <a:effectLst/>
              <a:uFillTx/>
              <a:latin typeface="Arial"/>
            </a:endParaRPr>
          </a:p>
        </p:txBody>
      </p:sp>
    </p:spTree>
  </p:cSld>
  <p:clrMapOvr>
    <a:masterClrMapping/>
  </p:clrMapOvr>
</p:sld>
</file>

<file path=ppt/theme/theme1.xml><?xml version="1.0" encoding="utf-8"?>
<a:theme xmlns:a="http://schemas.openxmlformats.org/drawingml/2006/main" name="Tema_Aems_2026_v1">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Tema_Aems_2026_v1</Template>
  <TotalTime>1600</TotalTime>
  <Words>1858</Words>
  <Application>Microsoft Office PowerPoint</Application>
  <PresentationFormat>Widescreen</PresentationFormat>
  <Paragraphs>225</Paragraphs>
  <Slides>25</Slides>
  <Notes>4</Notes>
  <HiddenSlides>2</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25</vt:i4>
      </vt:variant>
    </vt:vector>
  </HeadingPairs>
  <TitlesOfParts>
    <vt:vector size="32" baseType="lpstr">
      <vt:lpstr>Aptos</vt:lpstr>
      <vt:lpstr>Aptos Display</vt:lpstr>
      <vt:lpstr>Arial</vt:lpstr>
      <vt:lpstr>Symbol</vt:lpstr>
      <vt:lpstr>Times New Roman</vt:lpstr>
      <vt:lpstr>Wingdings</vt:lpstr>
      <vt:lpstr>Tema_Aems_2026_v1</vt:lpstr>
      <vt:lpstr>Disciplina: Inteligência Artificial - 2026</vt:lpstr>
      <vt:lpstr>Momento Descontração!</vt:lpstr>
      <vt:lpstr>Momento Descontração!</vt:lpstr>
      <vt:lpstr>Momento Descontração!</vt:lpstr>
      <vt:lpstr>Linguagens Simbólicas</vt:lpstr>
      <vt:lpstr>Lógica de Programação  x Programação Lógica</vt:lpstr>
      <vt:lpstr>Lógica de Programação x Programação Lógica</vt:lpstr>
      <vt:lpstr>Explicação do slide anterior</vt:lpstr>
      <vt:lpstr>Programação Lógica ou linguagens declarativas</vt:lpstr>
      <vt:lpstr>Explicação do slide anterior</vt:lpstr>
      <vt:lpstr>Linguagens simbólicas e numéricas</vt:lpstr>
      <vt:lpstr>Lógica simbólica</vt:lpstr>
      <vt:lpstr>Cálculo de predicados </vt:lpstr>
      <vt:lpstr>Programação lógica:</vt:lpstr>
      <vt:lpstr>Programação lógica: Proposição predicado(argumentos)</vt:lpstr>
      <vt:lpstr>Programação lógica: Regra  Cabeça :- Corpo.</vt:lpstr>
      <vt:lpstr>Programação lógica: Consulta ?- predicado(argumentos).</vt:lpstr>
      <vt:lpstr>O que a programação lógica faz para pergunta 1</vt:lpstr>
      <vt:lpstr>O que a programação lógica faz para pergunta 2</vt:lpstr>
      <vt:lpstr>Programação lógica: PROLOG</vt:lpstr>
      <vt:lpstr>Exercícios</vt:lpstr>
      <vt:lpstr>Exercícios</vt:lpstr>
      <vt:lpstr>Exercícios</vt:lpstr>
      <vt:lpstr>Desafio 1</vt:lpstr>
      <vt:lpstr>Desafio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Richard Vieira do Espirito Santo</dc:creator>
  <dc:description/>
  <cp:lastModifiedBy>Richard Vieira do Espirito Santo</cp:lastModifiedBy>
  <cp:revision>13</cp:revision>
  <dcterms:created xsi:type="dcterms:W3CDTF">2026-02-05T19:47:57Z</dcterms:created>
  <dcterms:modified xsi:type="dcterms:W3CDTF">2026-02-12T18:05:35Z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2</vt:i4>
  </property>
  <property fmtid="{D5CDD505-2E9C-101B-9397-08002B2CF9AE}" pid="3" name="Notes">
    <vt:i4>4</vt:i4>
  </property>
  <property fmtid="{D5CDD505-2E9C-101B-9397-08002B2CF9AE}" pid="4" name="PresentationFormat">
    <vt:lpwstr>Widescreen</vt:lpwstr>
  </property>
  <property fmtid="{D5CDD505-2E9C-101B-9397-08002B2CF9AE}" pid="5" name="Slides">
    <vt:i4>25</vt:i4>
  </property>
</Properties>
</file>